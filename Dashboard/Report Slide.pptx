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4" r:id="rId4"/>
    <p:sldId id="265" r:id="rId5"/>
    <p:sldId id="267" r:id="rId6"/>
    <p:sldId id="266" r:id="rId7"/>
    <p:sldId id="268" r:id="rId8"/>
    <p:sldId id="269" r:id="rId9"/>
    <p:sldId id="270" r:id="rId10"/>
    <p:sldId id="259" r:id="rId11"/>
    <p:sldId id="272" r:id="rId12"/>
    <p:sldId id="273" r:id="rId13"/>
    <p:sldId id="271" r:id="rId14"/>
    <p:sldId id="275" r:id="rId15"/>
    <p:sldId id="276" r:id="rId16"/>
    <p:sldId id="277" r:id="rId17"/>
    <p:sldId id="278" r:id="rId18"/>
    <p:sldId id="274" r:id="rId19"/>
    <p:sldId id="279" r:id="rId20"/>
    <p:sldId id="280" r:id="rId21"/>
    <p:sldId id="260" r:id="rId22"/>
    <p:sldId id="263" r:id="rId2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5FCF"/>
    <a:srgbClr val="DBC9E5"/>
    <a:srgbClr val="B894CC"/>
    <a:srgbClr val="CDB4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õ Ngọc Lan Chi" userId="e6ecff6c8856490d" providerId="LiveId" clId="{0D5F2108-5020-4D9B-894D-C00CEBABC27C}"/>
    <pc:docChg chg="undo redo custSel addSld delSld modSld sldOrd">
      <pc:chgData name="Võ Ngọc Lan Chi" userId="e6ecff6c8856490d" providerId="LiveId" clId="{0D5F2108-5020-4D9B-894D-C00CEBABC27C}" dt="2026-08-09T15:47:06.426" v="3873" actId="1076"/>
      <pc:docMkLst>
        <pc:docMk/>
      </pc:docMkLst>
      <pc:sldChg chg="addSp modSp mod modTransition setBg">
        <pc:chgData name="Võ Ngọc Lan Chi" userId="e6ecff6c8856490d" providerId="LiveId" clId="{0D5F2108-5020-4D9B-894D-C00CEBABC27C}" dt="2026-08-09T15:46:50.075" v="3867" actId="20577"/>
        <pc:sldMkLst>
          <pc:docMk/>
          <pc:sldMk cId="0" sldId="256"/>
        </pc:sldMkLst>
        <pc:spChg chg="add mod ord">
          <ac:chgData name="Võ Ngọc Lan Chi" userId="e6ecff6c8856490d" providerId="LiveId" clId="{0D5F2108-5020-4D9B-894D-C00CEBABC27C}" dt="2026-08-08T07:20:40.628" v="819" actId="14100"/>
          <ac:spMkLst>
            <pc:docMk/>
            <pc:sldMk cId="0" sldId="256"/>
            <ac:spMk id="4" creationId="{5BDBBD23-0DB8-0A69-D601-261BAD26600F}"/>
          </ac:spMkLst>
        </pc:spChg>
        <pc:spChg chg="add mod ord">
          <ac:chgData name="Võ Ngọc Lan Chi" userId="e6ecff6c8856490d" providerId="LiveId" clId="{0D5F2108-5020-4D9B-894D-C00CEBABC27C}" dt="2026-08-09T15:46:50.075" v="3867" actId="20577"/>
          <ac:spMkLst>
            <pc:docMk/>
            <pc:sldMk cId="0" sldId="256"/>
            <ac:spMk id="5" creationId="{D178982A-3CB7-544E-ABB5-9A704963C0E7}"/>
          </ac:spMkLst>
        </pc:spChg>
        <pc:spChg chg="mod">
          <ac:chgData name="Võ Ngọc Lan Chi" userId="e6ecff6c8856490d" providerId="LiveId" clId="{0D5F2108-5020-4D9B-894D-C00CEBABC27C}" dt="2026-08-08T07:17:06.859" v="588" actId="255"/>
          <ac:spMkLst>
            <pc:docMk/>
            <pc:sldMk cId="0" sldId="256"/>
            <ac:spMk id="39" creationId="{00000000-0000-0000-0000-000000000000}"/>
          </ac:spMkLst>
        </pc:spChg>
        <pc:spChg chg="mod">
          <ac:chgData name="Võ Ngọc Lan Chi" userId="e6ecff6c8856490d" providerId="LiveId" clId="{0D5F2108-5020-4D9B-894D-C00CEBABC27C}" dt="2026-08-08T07:12:20.353" v="587" actId="207"/>
          <ac:spMkLst>
            <pc:docMk/>
            <pc:sldMk cId="0" sldId="256"/>
            <ac:spMk id="40" creationId="{00000000-0000-0000-0000-000000000000}"/>
          </ac:spMkLst>
        </pc:spChg>
        <pc:picChg chg="add mod">
          <ac:chgData name="Võ Ngọc Lan Chi" userId="e6ecff6c8856490d" providerId="LiveId" clId="{0D5F2108-5020-4D9B-894D-C00CEBABC27C}" dt="2026-08-08T06:41:17.811" v="268" actId="12789"/>
          <ac:picMkLst>
            <pc:docMk/>
            <pc:sldMk cId="0" sldId="256"/>
            <ac:picMk id="3" creationId="{F22F56FF-E400-4105-7314-0D6408272B20}"/>
          </ac:picMkLst>
        </pc:picChg>
      </pc:sldChg>
      <pc:sldChg chg="addSp delSp modSp mod modTransition">
        <pc:chgData name="Võ Ngọc Lan Chi" userId="e6ecff6c8856490d" providerId="LiveId" clId="{0D5F2108-5020-4D9B-894D-C00CEBABC27C}" dt="2026-08-09T15:45:27.006" v="3863"/>
        <pc:sldMkLst>
          <pc:docMk/>
          <pc:sldMk cId="0" sldId="257"/>
        </pc:sldMkLst>
        <pc:spChg chg="add mod">
          <ac:chgData name="Võ Ngọc Lan Chi" userId="e6ecff6c8856490d" providerId="LiveId" clId="{0D5F2108-5020-4D9B-894D-C00CEBABC27C}" dt="2026-08-08T07:27:57.525" v="857" actId="164"/>
          <ac:spMkLst>
            <pc:docMk/>
            <pc:sldMk cId="0" sldId="257"/>
            <ac:spMk id="6" creationId="{7CEE6176-4377-B115-64DE-BD5C2C5D477A}"/>
          </ac:spMkLst>
        </pc:spChg>
        <pc:spChg chg="add mod">
          <ac:chgData name="Võ Ngọc Lan Chi" userId="e6ecff6c8856490d" providerId="LiveId" clId="{0D5F2108-5020-4D9B-894D-C00CEBABC27C}" dt="2026-08-08T07:27:57.525" v="857" actId="164"/>
          <ac:spMkLst>
            <pc:docMk/>
            <pc:sldMk cId="0" sldId="257"/>
            <ac:spMk id="7" creationId="{D828441E-3121-5978-C7E5-3F941B164B1D}"/>
          </ac:spMkLst>
        </pc:spChg>
        <pc:spChg chg="add mod">
          <ac:chgData name="Võ Ngọc Lan Chi" userId="e6ecff6c8856490d" providerId="LiveId" clId="{0D5F2108-5020-4D9B-894D-C00CEBABC27C}" dt="2026-08-08T07:27:57.525" v="857" actId="164"/>
          <ac:spMkLst>
            <pc:docMk/>
            <pc:sldMk cId="0" sldId="257"/>
            <ac:spMk id="8" creationId="{2E727412-0644-E219-5829-60B9AFB056BE}"/>
          </ac:spMkLst>
        </pc:spChg>
        <pc:spChg chg="add mod">
          <ac:chgData name="Võ Ngọc Lan Chi" userId="e6ecff6c8856490d" providerId="LiveId" clId="{0D5F2108-5020-4D9B-894D-C00CEBABC27C}" dt="2026-08-08T07:27:57.525" v="857" actId="164"/>
          <ac:spMkLst>
            <pc:docMk/>
            <pc:sldMk cId="0" sldId="257"/>
            <ac:spMk id="9" creationId="{023EC434-DF96-B2C8-AB52-AB2278407339}"/>
          </ac:spMkLst>
        </pc:spChg>
        <pc:spChg chg="add mod">
          <ac:chgData name="Võ Ngọc Lan Chi" userId="e6ecff6c8856490d" providerId="LiveId" clId="{0D5F2108-5020-4D9B-894D-C00CEBABC27C}" dt="2026-08-08T07:27:57.525" v="857" actId="164"/>
          <ac:spMkLst>
            <pc:docMk/>
            <pc:sldMk cId="0" sldId="257"/>
            <ac:spMk id="10" creationId="{8F94A8CD-884F-4D3C-B673-BE38C9F59925}"/>
          </ac:spMkLst>
        </pc:spChg>
        <pc:spChg chg="add del mod">
          <ac:chgData name="Võ Ngọc Lan Chi" userId="e6ecff6c8856490d" providerId="LiveId" clId="{0D5F2108-5020-4D9B-894D-C00CEBABC27C}" dt="2026-08-08T07:28:30.378" v="863" actId="478"/>
          <ac:spMkLst>
            <pc:docMk/>
            <pc:sldMk cId="0" sldId="257"/>
            <ac:spMk id="12" creationId="{FA802793-4B1C-46DB-0F91-09B5AF9D23D4}"/>
          </ac:spMkLst>
        </pc:spChg>
        <pc:spChg chg="add del">
          <ac:chgData name="Võ Ngọc Lan Chi" userId="e6ecff6c8856490d" providerId="LiveId" clId="{0D5F2108-5020-4D9B-894D-C00CEBABC27C}" dt="2026-08-08T07:28:29.654" v="862" actId="478"/>
          <ac:spMkLst>
            <pc:docMk/>
            <pc:sldMk cId="0" sldId="257"/>
            <ac:spMk id="13" creationId="{E039D835-C029-7C0F-A7F9-14854E8ABDD9}"/>
          </ac:spMkLst>
        </pc:spChg>
        <pc:spChg chg="add mod">
          <ac:chgData name="Võ Ngọc Lan Chi" userId="e6ecff6c8856490d" providerId="LiveId" clId="{0D5F2108-5020-4D9B-894D-C00CEBABC27C}" dt="2026-08-08T07:36:30.164" v="912" actId="207"/>
          <ac:spMkLst>
            <pc:docMk/>
            <pc:sldMk cId="0" sldId="257"/>
            <ac:spMk id="14" creationId="{FBC26CEB-81F2-6112-4F24-7F7754A36B31}"/>
          </ac:spMkLst>
        </pc:spChg>
        <pc:spChg chg="mod">
          <ac:chgData name="Võ Ngọc Lan Chi" userId="e6ecff6c8856490d" providerId="LiveId" clId="{0D5F2108-5020-4D9B-894D-C00CEBABC27C}" dt="2026-08-08T07:31:01.411" v="880" actId="1076"/>
          <ac:spMkLst>
            <pc:docMk/>
            <pc:sldMk cId="0" sldId="257"/>
            <ac:spMk id="46" creationId="{00000000-0000-0000-0000-000000000000}"/>
          </ac:spMkLst>
        </pc:spChg>
        <pc:spChg chg="del mod">
          <ac:chgData name="Võ Ngọc Lan Chi" userId="e6ecff6c8856490d" providerId="LiveId" clId="{0D5F2108-5020-4D9B-894D-C00CEBABC27C}" dt="2026-08-08T06:43:22.470" v="281" actId="478"/>
          <ac:spMkLst>
            <pc:docMk/>
            <pc:sldMk cId="0" sldId="257"/>
            <ac:spMk id="47" creationId="{00000000-0000-0000-0000-000000000000}"/>
          </ac:spMkLst>
        </pc:spChg>
        <pc:grpChg chg="add mod">
          <ac:chgData name="Võ Ngọc Lan Chi" userId="e6ecff6c8856490d" providerId="LiveId" clId="{0D5F2108-5020-4D9B-894D-C00CEBABC27C}" dt="2026-08-08T07:30:54.906" v="879" actId="1076"/>
          <ac:grpSpMkLst>
            <pc:docMk/>
            <pc:sldMk cId="0" sldId="257"/>
            <ac:grpSpMk id="11" creationId="{23530366-C558-8342-8638-383083D76E0B}"/>
          </ac:grpSpMkLst>
        </pc:grpChg>
        <pc:grpChg chg="del">
          <ac:chgData name="Võ Ngọc Lan Chi" userId="e6ecff6c8856490d" providerId="LiveId" clId="{0D5F2108-5020-4D9B-894D-C00CEBABC27C}" dt="2026-08-08T06:43:26.348" v="282" actId="478"/>
          <ac:grpSpMkLst>
            <pc:docMk/>
            <pc:sldMk cId="0" sldId="257"/>
            <ac:grpSpMk id="41" creationId="{00000000-0000-0000-0000-000000000000}"/>
          </ac:grpSpMkLst>
        </pc:grpChg>
        <pc:graphicFrameChg chg="add del modGraphic">
          <ac:chgData name="Võ Ngọc Lan Chi" userId="e6ecff6c8856490d" providerId="LiveId" clId="{0D5F2108-5020-4D9B-894D-C00CEBABC27C}" dt="2026-08-08T06:44:57.697" v="312" actId="478"/>
          <ac:graphicFrameMkLst>
            <pc:docMk/>
            <pc:sldMk cId="0" sldId="257"/>
            <ac:graphicFrameMk id="2" creationId="{55C5BFA8-100F-FD0C-766E-91CE08CDCFD2}"/>
          </ac:graphicFrameMkLst>
        </pc:graphicFrameChg>
        <pc:graphicFrameChg chg="add mod modGraphic">
          <ac:chgData name="Võ Ngọc Lan Chi" userId="e6ecff6c8856490d" providerId="LiveId" clId="{0D5F2108-5020-4D9B-894D-C00CEBABC27C}" dt="2026-08-08T07:30:47.723" v="878" actId="1076"/>
          <ac:graphicFrameMkLst>
            <pc:docMk/>
            <pc:sldMk cId="0" sldId="257"/>
            <ac:graphicFrameMk id="3" creationId="{5523EF79-A21C-6FD7-5716-5BD72B595617}"/>
          </ac:graphicFrameMkLst>
        </pc:graphicFrameChg>
        <pc:picChg chg="add del">
          <ac:chgData name="Võ Ngọc Lan Chi" userId="e6ecff6c8856490d" providerId="LiveId" clId="{0D5F2108-5020-4D9B-894D-C00CEBABC27C}" dt="2026-08-08T07:03:44.745" v="497" actId="22"/>
          <ac:picMkLst>
            <pc:docMk/>
            <pc:sldMk cId="0" sldId="257"/>
            <ac:picMk id="5" creationId="{E421CD06-47E5-1583-A906-A1E8DEDD2D8A}"/>
          </ac:picMkLst>
        </pc:picChg>
        <pc:picChg chg="add del mod">
          <ac:chgData name="Võ Ngọc Lan Chi" userId="e6ecff6c8856490d" providerId="LiveId" clId="{0D5F2108-5020-4D9B-894D-C00CEBABC27C}" dt="2026-08-08T07:31:33.557" v="889" actId="478"/>
          <ac:picMkLst>
            <pc:docMk/>
            <pc:sldMk cId="0" sldId="257"/>
            <ac:picMk id="16" creationId="{13B8AF7C-7D01-69A8-AFE5-E8E3B746384D}"/>
          </ac:picMkLst>
        </pc:picChg>
        <pc:picChg chg="add del">
          <ac:chgData name="Võ Ngọc Lan Chi" userId="e6ecff6c8856490d" providerId="LiveId" clId="{0D5F2108-5020-4D9B-894D-C00CEBABC27C}" dt="2026-08-08T07:33:33.612" v="898" actId="22"/>
          <ac:picMkLst>
            <pc:docMk/>
            <pc:sldMk cId="0" sldId="257"/>
            <ac:picMk id="18" creationId="{0F1A2D86-FAAF-48D7-05AE-1ED3AF73FA44}"/>
          </ac:picMkLst>
        </pc:picChg>
        <pc:picChg chg="add mod">
          <ac:chgData name="Võ Ngọc Lan Chi" userId="e6ecff6c8856490d" providerId="LiveId" clId="{0D5F2108-5020-4D9B-894D-C00CEBABC27C}" dt="2026-08-08T07:33:54.907" v="903" actId="1076"/>
          <ac:picMkLst>
            <pc:docMk/>
            <pc:sldMk cId="0" sldId="257"/>
            <ac:picMk id="20" creationId="{89F79255-D8C8-23F4-B83F-7A6DC8E4FDD3}"/>
          </ac:picMkLst>
        </pc:picChg>
      </pc:sldChg>
      <pc:sldChg chg="addSp delSp modSp del mod setBg">
        <pc:chgData name="Võ Ngọc Lan Chi" userId="e6ecff6c8856490d" providerId="LiveId" clId="{0D5F2108-5020-4D9B-894D-C00CEBABC27C}" dt="2026-08-08T07:49:32.461" v="1293" actId="2696"/>
        <pc:sldMkLst>
          <pc:docMk/>
          <pc:sldMk cId="0" sldId="258"/>
        </pc:sldMkLst>
        <pc:spChg chg="add del mod">
          <ac:chgData name="Võ Ngọc Lan Chi" userId="e6ecff6c8856490d" providerId="LiveId" clId="{0D5F2108-5020-4D9B-894D-C00CEBABC27C}" dt="2026-08-08T07:24:38.533" v="840" actId="478"/>
          <ac:spMkLst>
            <pc:docMk/>
            <pc:sldMk cId="0" sldId="258"/>
            <ac:spMk id="2" creationId="{6CA8E28F-FD4F-953D-9EA9-54687C70E0E1}"/>
          </ac:spMkLst>
        </pc:spChg>
        <pc:spChg chg="add del mod">
          <ac:chgData name="Võ Ngọc Lan Chi" userId="e6ecff6c8856490d" providerId="LiveId" clId="{0D5F2108-5020-4D9B-894D-C00CEBABC27C}" dt="2026-08-08T07:26:29.149" v="854" actId="478"/>
          <ac:spMkLst>
            <pc:docMk/>
            <pc:sldMk cId="0" sldId="258"/>
            <ac:spMk id="5" creationId="{0598E77D-B11A-0151-35F9-315922C7C30F}"/>
          </ac:spMkLst>
        </pc:spChg>
        <pc:spChg chg="add mod ord">
          <ac:chgData name="Võ Ngọc Lan Chi" userId="e6ecff6c8856490d" providerId="LiveId" clId="{0D5F2108-5020-4D9B-894D-C00CEBABC27C}" dt="2026-08-08T07:42:53.318" v="1057" actId="255"/>
          <ac:spMkLst>
            <pc:docMk/>
            <pc:sldMk cId="0" sldId="258"/>
            <ac:spMk id="6" creationId="{6A7951D5-8429-8C46-527D-BE789633416F}"/>
          </ac:spMkLst>
        </pc:spChg>
        <pc:spChg chg="add del mod">
          <ac:chgData name="Võ Ngọc Lan Chi" userId="e6ecff6c8856490d" providerId="LiveId" clId="{0D5F2108-5020-4D9B-894D-C00CEBABC27C}" dt="2026-08-08T07:39:35.179" v="925"/>
          <ac:spMkLst>
            <pc:docMk/>
            <pc:sldMk cId="0" sldId="258"/>
            <ac:spMk id="7" creationId="{C5DA4A28-EF9C-A641-D3D3-67D114192680}"/>
          </ac:spMkLst>
        </pc:spChg>
        <pc:spChg chg="add">
          <ac:chgData name="Võ Ngọc Lan Chi" userId="e6ecff6c8856490d" providerId="LiveId" clId="{0D5F2108-5020-4D9B-894D-C00CEBABC27C}" dt="2026-08-08T07:39:28.415" v="921"/>
          <ac:spMkLst>
            <pc:docMk/>
            <pc:sldMk cId="0" sldId="258"/>
            <ac:spMk id="8" creationId="{1E4F84B2-F69C-71DC-297C-98ABA2817C6E}"/>
          </ac:spMkLst>
        </pc:spChg>
        <pc:spChg chg="add">
          <ac:chgData name="Võ Ngọc Lan Chi" userId="e6ecff6c8856490d" providerId="LiveId" clId="{0D5F2108-5020-4D9B-894D-C00CEBABC27C}" dt="2026-08-08T07:39:30.845" v="922"/>
          <ac:spMkLst>
            <pc:docMk/>
            <pc:sldMk cId="0" sldId="258"/>
            <ac:spMk id="9" creationId="{609CFE71-63D2-376B-52FE-8983D151294D}"/>
          </ac:spMkLst>
        </pc:spChg>
        <pc:spChg chg="add">
          <ac:chgData name="Võ Ngọc Lan Chi" userId="e6ecff6c8856490d" providerId="LiveId" clId="{0D5F2108-5020-4D9B-894D-C00CEBABC27C}" dt="2026-08-08T07:39:32.987" v="923"/>
          <ac:spMkLst>
            <pc:docMk/>
            <pc:sldMk cId="0" sldId="258"/>
            <ac:spMk id="10" creationId="{B6AEFE13-2A5B-160B-A4D6-63B2575C63F2}"/>
          </ac:spMkLst>
        </pc:spChg>
        <pc:spChg chg="add">
          <ac:chgData name="Võ Ngọc Lan Chi" userId="e6ecff6c8856490d" providerId="LiveId" clId="{0D5F2108-5020-4D9B-894D-C00CEBABC27C}" dt="2026-08-08T07:39:35.863" v="926"/>
          <ac:spMkLst>
            <pc:docMk/>
            <pc:sldMk cId="0" sldId="258"/>
            <ac:spMk id="11" creationId="{FBF6163F-152E-5724-F817-9026182F680F}"/>
          </ac:spMkLst>
        </pc:spChg>
        <pc:spChg chg="add del mod">
          <ac:chgData name="Võ Ngọc Lan Chi" userId="e6ecff6c8856490d" providerId="LiveId" clId="{0D5F2108-5020-4D9B-894D-C00CEBABC27C}" dt="2026-08-08T07:39:57.026" v="936"/>
          <ac:spMkLst>
            <pc:docMk/>
            <pc:sldMk cId="0" sldId="258"/>
            <ac:spMk id="12" creationId="{CE4E152C-00AD-BFEE-8645-362C0E8FAE98}"/>
          </ac:spMkLst>
        </pc:spChg>
        <pc:spChg chg="add">
          <ac:chgData name="Võ Ngọc Lan Chi" userId="e6ecff6c8856490d" providerId="LiveId" clId="{0D5F2108-5020-4D9B-894D-C00CEBABC27C}" dt="2026-08-08T07:39:43.342" v="931"/>
          <ac:spMkLst>
            <pc:docMk/>
            <pc:sldMk cId="0" sldId="258"/>
            <ac:spMk id="13" creationId="{613BD7EE-D164-334D-34BC-CFBA2553CA66}"/>
          </ac:spMkLst>
        </pc:spChg>
        <pc:spChg chg="add">
          <ac:chgData name="Võ Ngọc Lan Chi" userId="e6ecff6c8856490d" providerId="LiveId" clId="{0D5F2108-5020-4D9B-894D-C00CEBABC27C}" dt="2026-08-08T07:39:55.012" v="934"/>
          <ac:spMkLst>
            <pc:docMk/>
            <pc:sldMk cId="0" sldId="258"/>
            <ac:spMk id="14" creationId="{62A68CCB-1514-8F9B-10E9-1AF4CB3023A5}"/>
          </ac:spMkLst>
        </pc:spChg>
        <pc:spChg chg="add del mod">
          <ac:chgData name="Võ Ngọc Lan Chi" userId="e6ecff6c8856490d" providerId="LiveId" clId="{0D5F2108-5020-4D9B-894D-C00CEBABC27C}" dt="2026-08-08T07:42:18.154" v="1037" actId="478"/>
          <ac:spMkLst>
            <pc:docMk/>
            <pc:sldMk cId="0" sldId="258"/>
            <ac:spMk id="15" creationId="{CABEDFE0-7E20-5583-162D-BD3F1E99A5DD}"/>
          </ac:spMkLst>
        </pc:spChg>
        <pc:spChg chg="mod">
          <ac:chgData name="Võ Ngọc Lan Chi" userId="e6ecff6c8856490d" providerId="LiveId" clId="{0D5F2108-5020-4D9B-894D-C00CEBABC27C}" dt="2026-08-08T07:42:53.318" v="1057" actId="255"/>
          <ac:spMkLst>
            <pc:docMk/>
            <pc:sldMk cId="0" sldId="258"/>
            <ac:spMk id="48" creationId="{00000000-0000-0000-0000-000000000000}"/>
          </ac:spMkLst>
        </pc:spChg>
        <pc:spChg chg="del">
          <ac:chgData name="Võ Ngọc Lan Chi" userId="e6ecff6c8856490d" providerId="LiveId" clId="{0D5F2108-5020-4D9B-894D-C00CEBABC27C}" dt="2026-08-08T07:23:24.284" v="837" actId="478"/>
          <ac:spMkLst>
            <pc:docMk/>
            <pc:sldMk cId="0" sldId="258"/>
            <ac:spMk id="49" creationId="{00000000-0000-0000-0000-000000000000}"/>
          </ac:spMkLst>
        </pc:spChg>
        <pc:spChg chg="del mod">
          <ac:chgData name="Võ Ngọc Lan Chi" userId="e6ecff6c8856490d" providerId="LiveId" clId="{0D5F2108-5020-4D9B-894D-C00CEBABC27C}" dt="2026-08-08T07:23:24.284" v="837" actId="478"/>
          <ac:spMkLst>
            <pc:docMk/>
            <pc:sldMk cId="0" sldId="258"/>
            <ac:spMk id="50" creationId="{00000000-0000-0000-0000-000000000000}"/>
          </ac:spMkLst>
        </pc:spChg>
        <pc:spChg chg="del mod">
          <ac:chgData name="Võ Ngọc Lan Chi" userId="e6ecff6c8856490d" providerId="LiveId" clId="{0D5F2108-5020-4D9B-894D-C00CEBABC27C}" dt="2026-08-08T07:20:52.240" v="822" actId="478"/>
          <ac:spMkLst>
            <pc:docMk/>
            <pc:sldMk cId="0" sldId="258"/>
            <ac:spMk id="51" creationId="{00000000-0000-0000-0000-000000000000}"/>
          </ac:spMkLst>
        </pc:spChg>
        <pc:graphicFrameChg chg="add mod modGraphic">
          <ac:chgData name="Võ Ngọc Lan Chi" userId="e6ecff6c8856490d" providerId="LiveId" clId="{0D5F2108-5020-4D9B-894D-C00CEBABC27C}" dt="2026-08-08T07:46:57.860" v="1265" actId="14100"/>
          <ac:graphicFrameMkLst>
            <pc:docMk/>
            <pc:sldMk cId="0" sldId="258"/>
            <ac:graphicFrameMk id="18" creationId="{E8FC5689-51CA-8026-98E8-C13DEFA2ECE1}"/>
          </ac:graphicFrameMkLst>
        </pc:graphicFrameChg>
        <pc:picChg chg="add del mod">
          <ac:chgData name="Võ Ngọc Lan Chi" userId="e6ecff6c8856490d" providerId="LiveId" clId="{0D5F2108-5020-4D9B-894D-C00CEBABC27C}" dt="2026-08-08T07:25:51.515" v="848" actId="478"/>
          <ac:picMkLst>
            <pc:docMk/>
            <pc:sldMk cId="0" sldId="258"/>
            <ac:picMk id="4" creationId="{B4DE2CA0-6C0D-EC53-5F58-CECBB6F830B6}"/>
          </ac:picMkLst>
        </pc:picChg>
      </pc:sldChg>
      <pc:sldChg chg="addSp delSp modSp mod modTransition">
        <pc:chgData name="Võ Ngọc Lan Chi" userId="e6ecff6c8856490d" providerId="LiveId" clId="{0D5F2108-5020-4D9B-894D-C00CEBABC27C}" dt="2026-08-09T15:45:27.006" v="3863"/>
        <pc:sldMkLst>
          <pc:docMk/>
          <pc:sldMk cId="0" sldId="259"/>
        </pc:sldMkLst>
        <pc:spChg chg="add mod">
          <ac:chgData name="Võ Ngọc Lan Chi" userId="e6ecff6c8856490d" providerId="LiveId" clId="{0D5F2108-5020-4D9B-894D-C00CEBABC27C}" dt="2026-08-09T07:03:43.351" v="2635" actId="255"/>
          <ac:spMkLst>
            <pc:docMk/>
            <pc:sldMk cId="0" sldId="259"/>
            <ac:spMk id="3" creationId="{31011E66-C2BD-7067-06E6-B7E1F0C2056C}"/>
          </ac:spMkLst>
        </pc:spChg>
        <pc:spChg chg="add mod ord">
          <ac:chgData name="Võ Ngọc Lan Chi" userId="e6ecff6c8856490d" providerId="LiveId" clId="{0D5F2108-5020-4D9B-894D-C00CEBABC27C}" dt="2026-08-09T07:27:18.180" v="3034" actId="164"/>
          <ac:spMkLst>
            <pc:docMk/>
            <pc:sldMk cId="0" sldId="259"/>
            <ac:spMk id="4" creationId="{25DF7FB7-9F12-430C-F08D-CC2BCF33A68B}"/>
          </ac:spMkLst>
        </pc:spChg>
        <pc:spChg chg="add mod ord">
          <ac:chgData name="Võ Ngọc Lan Chi" userId="e6ecff6c8856490d" providerId="LiveId" clId="{0D5F2108-5020-4D9B-894D-C00CEBABC27C}" dt="2026-08-09T07:27:18.180" v="3034" actId="164"/>
          <ac:spMkLst>
            <pc:docMk/>
            <pc:sldMk cId="0" sldId="259"/>
            <ac:spMk id="6" creationId="{203B5AEA-EC66-E129-E2C5-1F42B5E515BA}"/>
          </ac:spMkLst>
        </pc:spChg>
        <pc:spChg chg="add mod">
          <ac:chgData name="Võ Ngọc Lan Chi" userId="e6ecff6c8856490d" providerId="LiveId" clId="{0D5F2108-5020-4D9B-894D-C00CEBABC27C}" dt="2026-08-09T07:28:36.230" v="3065" actId="114"/>
          <ac:spMkLst>
            <pc:docMk/>
            <pc:sldMk cId="0" sldId="259"/>
            <ac:spMk id="7" creationId="{0A7FB816-F9CA-53DF-DF46-AA1A1A7CC618}"/>
          </ac:spMkLst>
        </pc:spChg>
        <pc:spChg chg="add mod topLvl">
          <ac:chgData name="Võ Ngọc Lan Chi" userId="e6ecff6c8856490d" providerId="LiveId" clId="{0D5F2108-5020-4D9B-894D-C00CEBABC27C}" dt="2026-08-09T06:59:02.947" v="2589" actId="1076"/>
          <ac:spMkLst>
            <pc:docMk/>
            <pc:sldMk cId="0" sldId="259"/>
            <ac:spMk id="8" creationId="{FA893713-2876-61B3-A699-FC11FD8DDDC2}"/>
          </ac:spMkLst>
        </pc:spChg>
        <pc:spChg chg="add mod topLvl">
          <ac:chgData name="Võ Ngọc Lan Chi" userId="e6ecff6c8856490d" providerId="LiveId" clId="{0D5F2108-5020-4D9B-894D-C00CEBABC27C}" dt="2026-08-09T07:28:28.548" v="3062" actId="114"/>
          <ac:spMkLst>
            <pc:docMk/>
            <pc:sldMk cId="0" sldId="259"/>
            <ac:spMk id="9" creationId="{994629C2-C227-B086-FE26-79E567562AF4}"/>
          </ac:spMkLst>
        </pc:spChg>
        <pc:spChg chg="add mod topLvl">
          <ac:chgData name="Võ Ngọc Lan Chi" userId="e6ecff6c8856490d" providerId="LiveId" clId="{0D5F2108-5020-4D9B-894D-C00CEBABC27C}" dt="2026-08-09T07:01:33.296" v="2612" actId="14100"/>
          <ac:spMkLst>
            <pc:docMk/>
            <pc:sldMk cId="0" sldId="259"/>
            <ac:spMk id="10" creationId="{02FD3B41-DADA-0E2E-D1E4-AC7D3DB5E89B}"/>
          </ac:spMkLst>
        </pc:spChg>
        <pc:spChg chg="add mod topLvl">
          <ac:chgData name="Võ Ngọc Lan Chi" userId="e6ecff6c8856490d" providerId="LiveId" clId="{0D5F2108-5020-4D9B-894D-C00CEBABC27C}" dt="2026-08-09T06:58:53.697" v="2588" actId="1076"/>
          <ac:spMkLst>
            <pc:docMk/>
            <pc:sldMk cId="0" sldId="259"/>
            <ac:spMk id="13" creationId="{C19367EF-3588-A89E-ACFC-6B41B860D2A9}"/>
          </ac:spMkLst>
        </pc:spChg>
        <pc:spChg chg="add del mod topLvl">
          <ac:chgData name="Võ Ngọc Lan Chi" userId="e6ecff6c8856490d" providerId="LiveId" clId="{0D5F2108-5020-4D9B-894D-C00CEBABC27C}" dt="2026-08-09T06:58:27.163" v="2585" actId="478"/>
          <ac:spMkLst>
            <pc:docMk/>
            <pc:sldMk cId="0" sldId="259"/>
            <ac:spMk id="14" creationId="{E28CD726-CBAB-0782-32E2-6E9398CD0E31}"/>
          </ac:spMkLst>
        </pc:spChg>
        <pc:spChg chg="add del mod">
          <ac:chgData name="Võ Ngọc Lan Chi" userId="e6ecff6c8856490d" providerId="LiveId" clId="{0D5F2108-5020-4D9B-894D-C00CEBABC27C}" dt="2026-08-09T06:58:25.926" v="2584" actId="478"/>
          <ac:spMkLst>
            <pc:docMk/>
            <pc:sldMk cId="0" sldId="259"/>
            <ac:spMk id="15" creationId="{3FEABB31-520C-87EF-64D9-9B8E3638B661}"/>
          </ac:spMkLst>
        </pc:spChg>
        <pc:spChg chg="add mod">
          <ac:chgData name="Võ Ngọc Lan Chi" userId="e6ecff6c8856490d" providerId="LiveId" clId="{0D5F2108-5020-4D9B-894D-C00CEBABC27C}" dt="2026-08-09T07:02:13.170" v="2616" actId="14100"/>
          <ac:spMkLst>
            <pc:docMk/>
            <pc:sldMk cId="0" sldId="259"/>
            <ac:spMk id="17" creationId="{FCF44073-DF9A-A801-ACD4-BCDDAD0F3305}"/>
          </ac:spMkLst>
        </pc:spChg>
        <pc:spChg chg="add del mod">
          <ac:chgData name="Võ Ngọc Lan Chi" userId="e6ecff6c8856490d" providerId="LiveId" clId="{0D5F2108-5020-4D9B-894D-C00CEBABC27C}" dt="2026-08-09T03:39:19.910" v="1900" actId="478"/>
          <ac:spMkLst>
            <pc:docMk/>
            <pc:sldMk cId="0" sldId="259"/>
            <ac:spMk id="18" creationId="{BBA4EA05-7684-69C6-666D-F5B1FB5DD8DF}"/>
          </ac:spMkLst>
        </pc:spChg>
        <pc:spChg chg="add mod">
          <ac:chgData name="Võ Ngọc Lan Chi" userId="e6ecff6c8856490d" providerId="LiveId" clId="{0D5F2108-5020-4D9B-894D-C00CEBABC27C}" dt="2026-08-09T06:59:30.236" v="2592" actId="14100"/>
          <ac:spMkLst>
            <pc:docMk/>
            <pc:sldMk cId="0" sldId="259"/>
            <ac:spMk id="19" creationId="{9D79446C-5759-C3AD-6C37-5E0C35F028C0}"/>
          </ac:spMkLst>
        </pc:spChg>
        <pc:spChg chg="add del mod">
          <ac:chgData name="Võ Ngọc Lan Chi" userId="e6ecff6c8856490d" providerId="LiveId" clId="{0D5F2108-5020-4D9B-894D-C00CEBABC27C}" dt="2026-08-09T06:58:01.870" v="2580" actId="478"/>
          <ac:spMkLst>
            <pc:docMk/>
            <pc:sldMk cId="0" sldId="259"/>
            <ac:spMk id="20" creationId="{E1E6EBE5-6F95-232F-8F10-9BC6CD353D94}"/>
          </ac:spMkLst>
        </pc:spChg>
        <pc:spChg chg="add del mod">
          <ac:chgData name="Võ Ngọc Lan Chi" userId="e6ecff6c8856490d" providerId="LiveId" clId="{0D5F2108-5020-4D9B-894D-C00CEBABC27C}" dt="2026-08-09T06:57:58.500" v="2577" actId="478"/>
          <ac:spMkLst>
            <pc:docMk/>
            <pc:sldMk cId="0" sldId="259"/>
            <ac:spMk id="21" creationId="{62B83C47-983B-5803-4486-091C05DA1A26}"/>
          </ac:spMkLst>
        </pc:spChg>
        <pc:spChg chg="add mod topLvl">
          <ac:chgData name="Võ Ngọc Lan Chi" userId="e6ecff6c8856490d" providerId="LiveId" clId="{0D5F2108-5020-4D9B-894D-C00CEBABC27C}" dt="2026-08-09T07:01:08.477" v="2609" actId="1076"/>
          <ac:spMkLst>
            <pc:docMk/>
            <pc:sldMk cId="0" sldId="259"/>
            <ac:spMk id="22" creationId="{70DBDE00-3D71-7E32-18C3-7938267F3F40}"/>
          </ac:spMkLst>
        </pc:spChg>
        <pc:spChg chg="add mod topLvl">
          <ac:chgData name="Võ Ngọc Lan Chi" userId="e6ecff6c8856490d" providerId="LiveId" clId="{0D5F2108-5020-4D9B-894D-C00CEBABC27C}" dt="2026-08-09T07:01:15.381" v="2610" actId="1076"/>
          <ac:spMkLst>
            <pc:docMk/>
            <pc:sldMk cId="0" sldId="259"/>
            <ac:spMk id="23" creationId="{C2E2925A-1E84-422A-C160-8053C8E10CD0}"/>
          </ac:spMkLst>
        </pc:spChg>
        <pc:spChg chg="add del mod">
          <ac:chgData name="Võ Ngọc Lan Chi" userId="e6ecff6c8856490d" providerId="LiveId" clId="{0D5F2108-5020-4D9B-894D-C00CEBABC27C}" dt="2026-08-09T06:57:20.632" v="2526" actId="478"/>
          <ac:spMkLst>
            <pc:docMk/>
            <pc:sldMk cId="0" sldId="259"/>
            <ac:spMk id="24" creationId="{76B0A211-D343-2FC8-28E6-938A0A64EAA9}"/>
          </ac:spMkLst>
        </pc:spChg>
        <pc:spChg chg="add del mod">
          <ac:chgData name="Võ Ngọc Lan Chi" userId="e6ecff6c8856490d" providerId="LiveId" clId="{0D5F2108-5020-4D9B-894D-C00CEBABC27C}" dt="2026-08-09T06:57:22.490" v="2527" actId="478"/>
          <ac:spMkLst>
            <pc:docMk/>
            <pc:sldMk cId="0" sldId="259"/>
            <ac:spMk id="25" creationId="{4193C539-D67A-A795-F4B6-D80484206004}"/>
          </ac:spMkLst>
        </pc:spChg>
        <pc:spChg chg="add mod topLvl">
          <ac:chgData name="Võ Ngọc Lan Chi" userId="e6ecff6c8856490d" providerId="LiveId" clId="{0D5F2108-5020-4D9B-894D-C00CEBABC27C}" dt="2026-08-09T07:01:57.992" v="2615" actId="1076"/>
          <ac:spMkLst>
            <pc:docMk/>
            <pc:sldMk cId="0" sldId="259"/>
            <ac:spMk id="26" creationId="{90128DA6-3A03-821D-000C-CE8797489D72}"/>
          </ac:spMkLst>
        </pc:spChg>
        <pc:spChg chg="add mod topLvl">
          <ac:chgData name="Võ Ngọc Lan Chi" userId="e6ecff6c8856490d" providerId="LiveId" clId="{0D5F2108-5020-4D9B-894D-C00CEBABC27C}" dt="2026-08-09T07:00:47.360" v="2606" actId="1076"/>
          <ac:spMkLst>
            <pc:docMk/>
            <pc:sldMk cId="0" sldId="259"/>
            <ac:spMk id="27" creationId="{B4F9FC8A-2C33-C867-B76E-355B001B5E04}"/>
          </ac:spMkLst>
        </pc:spChg>
        <pc:spChg chg="add mod topLvl">
          <ac:chgData name="Võ Ngọc Lan Chi" userId="e6ecff6c8856490d" providerId="LiveId" clId="{0D5F2108-5020-4D9B-894D-C00CEBABC27C}" dt="2026-08-09T07:00:38.547" v="2604" actId="255"/>
          <ac:spMkLst>
            <pc:docMk/>
            <pc:sldMk cId="0" sldId="259"/>
            <ac:spMk id="28" creationId="{16DEF6FC-B023-90B6-D6B0-3AFC830D8A74}"/>
          </ac:spMkLst>
        </pc:spChg>
        <pc:spChg chg="add del mod">
          <ac:chgData name="Võ Ngọc Lan Chi" userId="e6ecff6c8856490d" providerId="LiveId" clId="{0D5F2108-5020-4D9B-894D-C00CEBABC27C}" dt="2026-08-09T06:57:52.538" v="2575" actId="478"/>
          <ac:spMkLst>
            <pc:docMk/>
            <pc:sldMk cId="0" sldId="259"/>
            <ac:spMk id="29" creationId="{B262634D-0E7A-9F80-935C-F7CD87FD946A}"/>
          </ac:spMkLst>
        </pc:spChg>
        <pc:spChg chg="add del mod">
          <ac:chgData name="Võ Ngọc Lan Chi" userId="e6ecff6c8856490d" providerId="LiveId" clId="{0D5F2108-5020-4D9B-894D-C00CEBABC27C}" dt="2026-08-09T06:57:53.715" v="2576" actId="478"/>
          <ac:spMkLst>
            <pc:docMk/>
            <pc:sldMk cId="0" sldId="259"/>
            <ac:spMk id="30" creationId="{4921C673-B68A-97C3-73CE-8ED09067C50E}"/>
          </ac:spMkLst>
        </pc:spChg>
        <pc:spChg chg="mod">
          <ac:chgData name="Võ Ngọc Lan Chi" userId="e6ecff6c8856490d" providerId="LiveId" clId="{0D5F2108-5020-4D9B-894D-C00CEBABC27C}" dt="2026-08-09T03:52:25.936" v="2180" actId="164"/>
          <ac:spMkLst>
            <pc:docMk/>
            <pc:sldMk cId="0" sldId="259"/>
            <ac:spMk id="38" creationId="{B9E27947-0E83-F075-0D14-289261820731}"/>
          </ac:spMkLst>
        </pc:spChg>
        <pc:spChg chg="mod">
          <ac:chgData name="Võ Ngọc Lan Chi" userId="e6ecff6c8856490d" providerId="LiveId" clId="{0D5F2108-5020-4D9B-894D-C00CEBABC27C}" dt="2026-08-09T03:52:25.936" v="2180" actId="164"/>
          <ac:spMkLst>
            <pc:docMk/>
            <pc:sldMk cId="0" sldId="259"/>
            <ac:spMk id="39" creationId="{9A074948-FA2C-1482-760D-6D1418294867}"/>
          </ac:spMkLst>
        </pc:spChg>
        <pc:spChg chg="mod topLvl">
          <ac:chgData name="Võ Ngọc Lan Chi" userId="e6ecff6c8856490d" providerId="LiveId" clId="{0D5F2108-5020-4D9B-894D-C00CEBABC27C}" dt="2026-08-09T03:52:25.936" v="2180" actId="164"/>
          <ac:spMkLst>
            <pc:docMk/>
            <pc:sldMk cId="0" sldId="259"/>
            <ac:spMk id="41" creationId="{C8EB60BA-9B20-F09A-D532-C60D4B72DE6E}"/>
          </ac:spMkLst>
        </pc:spChg>
        <pc:spChg chg="del">
          <ac:chgData name="Võ Ngọc Lan Chi" userId="e6ecff6c8856490d" providerId="LiveId" clId="{0D5F2108-5020-4D9B-894D-C00CEBABC27C}" dt="2026-08-09T03:49:26.984" v="2137" actId="478"/>
          <ac:spMkLst>
            <pc:docMk/>
            <pc:sldMk cId="0" sldId="259"/>
            <ac:spMk id="43" creationId="{87EA57D4-FB83-0415-44E1-F86A2C7FDFBA}"/>
          </ac:spMkLst>
        </pc:spChg>
        <pc:spChg chg="mod">
          <ac:chgData name="Võ Ngọc Lan Chi" userId="e6ecff6c8856490d" providerId="LiveId" clId="{0D5F2108-5020-4D9B-894D-C00CEBABC27C}" dt="2026-08-09T03:51:12.340" v="2175" actId="14100"/>
          <ac:spMkLst>
            <pc:docMk/>
            <pc:sldMk cId="0" sldId="259"/>
            <ac:spMk id="44" creationId="{6D0A1E08-DB3F-2C58-B20D-5B6694F64470}"/>
          </ac:spMkLst>
        </pc:spChg>
        <pc:spChg chg="mod topLvl">
          <ac:chgData name="Võ Ngọc Lan Chi" userId="e6ecff6c8856490d" providerId="LiveId" clId="{0D5F2108-5020-4D9B-894D-C00CEBABC27C}" dt="2026-08-09T03:51:18.221" v="2176" actId="14100"/>
          <ac:spMkLst>
            <pc:docMk/>
            <pc:sldMk cId="0" sldId="259"/>
            <ac:spMk id="45" creationId="{32879609-6627-2064-3C86-76CB03581674}"/>
          </ac:spMkLst>
        </pc:spChg>
        <pc:spChg chg="mod topLvl">
          <ac:chgData name="Võ Ngọc Lan Chi" userId="e6ecff6c8856490d" providerId="LiveId" clId="{0D5F2108-5020-4D9B-894D-C00CEBABC27C}" dt="2026-08-09T03:52:25.936" v="2180" actId="164"/>
          <ac:spMkLst>
            <pc:docMk/>
            <pc:sldMk cId="0" sldId="259"/>
            <ac:spMk id="46" creationId="{4324A470-FD4C-3E7D-0859-2206DFCB722B}"/>
          </ac:spMkLst>
        </pc:spChg>
        <pc:spChg chg="del mod topLvl">
          <ac:chgData name="Võ Ngọc Lan Chi" userId="e6ecff6c8856490d" providerId="LiveId" clId="{0D5F2108-5020-4D9B-894D-C00CEBABC27C}" dt="2026-08-09T03:49:58.473" v="2144" actId="478"/>
          <ac:spMkLst>
            <pc:docMk/>
            <pc:sldMk cId="0" sldId="259"/>
            <ac:spMk id="47" creationId="{CC0D5EAE-37A5-2391-2AE8-ACC7B0481119}"/>
          </ac:spMkLst>
        </pc:spChg>
        <pc:spChg chg="mod">
          <ac:chgData name="Võ Ngọc Lan Chi" userId="e6ecff6c8856490d" providerId="LiveId" clId="{0D5F2108-5020-4D9B-894D-C00CEBABC27C}" dt="2026-08-09T03:52:25.936" v="2180" actId="164"/>
          <ac:spMkLst>
            <pc:docMk/>
            <pc:sldMk cId="0" sldId="259"/>
            <ac:spMk id="48" creationId="{C3E54305-0AB8-1E4B-030C-355DAEFDDA50}"/>
          </ac:spMkLst>
        </pc:spChg>
        <pc:spChg chg="mod">
          <ac:chgData name="Võ Ngọc Lan Chi" userId="e6ecff6c8856490d" providerId="LiveId" clId="{0D5F2108-5020-4D9B-894D-C00CEBABC27C}" dt="2026-08-09T03:52:25.936" v="2180" actId="164"/>
          <ac:spMkLst>
            <pc:docMk/>
            <pc:sldMk cId="0" sldId="259"/>
            <ac:spMk id="49" creationId="{D919F6D8-95DE-2802-DE4B-F7C49E4DFB46}"/>
          </ac:spMkLst>
        </pc:spChg>
        <pc:spChg chg="mod topLvl">
          <ac:chgData name="Võ Ngọc Lan Chi" userId="e6ecff6c8856490d" providerId="LiveId" clId="{0D5F2108-5020-4D9B-894D-C00CEBABC27C}" dt="2026-08-09T03:51:39.083" v="2178" actId="554"/>
          <ac:spMkLst>
            <pc:docMk/>
            <pc:sldMk cId="0" sldId="259"/>
            <ac:spMk id="50" creationId="{B06BA957-3C9A-4032-F6C1-83786F718FB9}"/>
          </ac:spMkLst>
        </pc:spChg>
        <pc:spChg chg="del mod topLvl">
          <ac:chgData name="Võ Ngọc Lan Chi" userId="e6ecff6c8856490d" providerId="LiveId" clId="{0D5F2108-5020-4D9B-894D-C00CEBABC27C}" dt="2026-08-09T03:50:01.136" v="2145" actId="478"/>
          <ac:spMkLst>
            <pc:docMk/>
            <pc:sldMk cId="0" sldId="259"/>
            <ac:spMk id="51" creationId="{29D51DB1-69E2-04C5-63C8-66C12C37F277}"/>
          </ac:spMkLst>
        </pc:spChg>
        <pc:spChg chg="del">
          <ac:chgData name="Võ Ngọc Lan Chi" userId="e6ecff6c8856490d" providerId="LiveId" clId="{0D5F2108-5020-4D9B-894D-C00CEBABC27C}" dt="2026-08-09T03:32:58.597" v="1827" actId="478"/>
          <ac:spMkLst>
            <pc:docMk/>
            <pc:sldMk cId="0" sldId="259"/>
            <ac:spMk id="52" creationId="{00000000-0000-0000-0000-000000000000}"/>
          </ac:spMkLst>
        </pc:spChg>
        <pc:spChg chg="del">
          <ac:chgData name="Võ Ngọc Lan Chi" userId="e6ecff6c8856490d" providerId="LiveId" clId="{0D5F2108-5020-4D9B-894D-C00CEBABC27C}" dt="2026-08-09T03:32:56.208" v="1826" actId="478"/>
          <ac:spMkLst>
            <pc:docMk/>
            <pc:sldMk cId="0" sldId="259"/>
            <ac:spMk id="53" creationId="{00000000-0000-0000-0000-000000000000}"/>
          </ac:spMkLst>
        </pc:spChg>
        <pc:spChg chg="del mod">
          <ac:chgData name="Võ Ngọc Lan Chi" userId="e6ecff6c8856490d" providerId="LiveId" clId="{0D5F2108-5020-4D9B-894D-C00CEBABC27C}" dt="2026-08-09T03:32:56.208" v="1826" actId="478"/>
          <ac:spMkLst>
            <pc:docMk/>
            <pc:sldMk cId="0" sldId="259"/>
            <ac:spMk id="54" creationId="{00000000-0000-0000-0000-000000000000}"/>
          </ac:spMkLst>
        </pc:spChg>
        <pc:spChg chg="add mod">
          <ac:chgData name="Võ Ngọc Lan Chi" userId="e6ecff6c8856490d" providerId="LiveId" clId="{0D5F2108-5020-4D9B-894D-C00CEBABC27C}" dt="2026-08-09T07:10:13.324" v="2801" actId="1076"/>
          <ac:spMkLst>
            <pc:docMk/>
            <pc:sldMk cId="0" sldId="259"/>
            <ac:spMk id="54" creationId="{65B4DE81-4901-99BC-FFC1-E2AA04937C77}"/>
          </ac:spMkLst>
        </pc:spChg>
        <pc:spChg chg="mod">
          <ac:chgData name="Võ Ngọc Lan Chi" userId="e6ecff6c8856490d" providerId="LiveId" clId="{0D5F2108-5020-4D9B-894D-C00CEBABC27C}" dt="2026-08-09T04:00:23.693" v="2342" actId="1076"/>
          <ac:spMkLst>
            <pc:docMk/>
            <pc:sldMk cId="0" sldId="259"/>
            <ac:spMk id="55" creationId="{00000000-0000-0000-0000-000000000000}"/>
          </ac:spMkLst>
        </pc:spChg>
        <pc:spChg chg="del mod">
          <ac:chgData name="Võ Ngọc Lan Chi" userId="e6ecff6c8856490d" providerId="LiveId" clId="{0D5F2108-5020-4D9B-894D-C00CEBABC27C}" dt="2026-08-08T07:53:24.461" v="1380" actId="478"/>
          <ac:spMkLst>
            <pc:docMk/>
            <pc:sldMk cId="0" sldId="259"/>
            <ac:spMk id="56" creationId="{00000000-0000-0000-0000-000000000000}"/>
          </ac:spMkLst>
        </pc:spChg>
        <pc:spChg chg="mod topLvl">
          <ac:chgData name="Võ Ngọc Lan Chi" userId="e6ecff6c8856490d" providerId="LiveId" clId="{0D5F2108-5020-4D9B-894D-C00CEBABC27C}" dt="2026-08-09T03:52:25.936" v="2180" actId="164"/>
          <ac:spMkLst>
            <pc:docMk/>
            <pc:sldMk cId="0" sldId="259"/>
            <ac:spMk id="56" creationId="{6E47D1EB-87CA-0D9C-7F29-0213B2462D85}"/>
          </ac:spMkLst>
        </pc:spChg>
        <pc:spChg chg="del">
          <ac:chgData name="Võ Ngọc Lan Chi" userId="e6ecff6c8856490d" providerId="LiveId" clId="{0D5F2108-5020-4D9B-894D-C00CEBABC27C}" dt="2026-08-09T03:32:58.597" v="1827" actId="478"/>
          <ac:spMkLst>
            <pc:docMk/>
            <pc:sldMk cId="0" sldId="259"/>
            <ac:spMk id="57" creationId="{00000000-0000-0000-0000-000000000000}"/>
          </ac:spMkLst>
        </pc:spChg>
        <pc:spChg chg="add del mod">
          <ac:chgData name="Võ Ngọc Lan Chi" userId="e6ecff6c8856490d" providerId="LiveId" clId="{0D5F2108-5020-4D9B-894D-C00CEBABC27C}" dt="2026-08-09T07:10:24.928" v="2806" actId="478"/>
          <ac:spMkLst>
            <pc:docMk/>
            <pc:sldMk cId="0" sldId="259"/>
            <ac:spMk id="57" creationId="{136ADDFD-B15E-6B06-BADD-53B5EF352A71}"/>
          </ac:spMkLst>
        </pc:spChg>
        <pc:spChg chg="del mod">
          <ac:chgData name="Võ Ngọc Lan Chi" userId="e6ecff6c8856490d" providerId="LiveId" clId="{0D5F2108-5020-4D9B-894D-C00CEBABC27C}" dt="2026-08-09T03:32:56.208" v="1826" actId="478"/>
          <ac:spMkLst>
            <pc:docMk/>
            <pc:sldMk cId="0" sldId="259"/>
            <ac:spMk id="58" creationId="{00000000-0000-0000-0000-000000000000}"/>
          </ac:spMkLst>
        </pc:spChg>
        <pc:spChg chg="add mod">
          <ac:chgData name="Võ Ngọc Lan Chi" userId="e6ecff6c8856490d" providerId="LiveId" clId="{0D5F2108-5020-4D9B-894D-C00CEBABC27C}" dt="2026-08-09T07:10:41.498" v="2813" actId="20577"/>
          <ac:spMkLst>
            <pc:docMk/>
            <pc:sldMk cId="0" sldId="259"/>
            <ac:spMk id="58" creationId="{5223934C-C267-6B81-1D01-68A720E16201}"/>
          </ac:spMkLst>
        </pc:spChg>
        <pc:spChg chg="del">
          <ac:chgData name="Võ Ngọc Lan Chi" userId="e6ecff6c8856490d" providerId="LiveId" clId="{0D5F2108-5020-4D9B-894D-C00CEBABC27C}" dt="2026-08-09T03:32:56.208" v="1826" actId="478"/>
          <ac:spMkLst>
            <pc:docMk/>
            <pc:sldMk cId="0" sldId="259"/>
            <ac:spMk id="59" creationId="{00000000-0000-0000-0000-000000000000}"/>
          </ac:spMkLst>
        </pc:spChg>
        <pc:spChg chg="del mod">
          <ac:chgData name="Võ Ngọc Lan Chi" userId="e6ecff6c8856490d" providerId="LiveId" clId="{0D5F2108-5020-4D9B-894D-C00CEBABC27C}" dt="2026-08-09T03:32:56.208" v="1826" actId="478"/>
          <ac:spMkLst>
            <pc:docMk/>
            <pc:sldMk cId="0" sldId="259"/>
            <ac:spMk id="60" creationId="{00000000-0000-0000-0000-000000000000}"/>
          </ac:spMkLst>
        </pc:spChg>
        <pc:spChg chg="del">
          <ac:chgData name="Võ Ngọc Lan Chi" userId="e6ecff6c8856490d" providerId="LiveId" clId="{0D5F2108-5020-4D9B-894D-C00CEBABC27C}" dt="2026-08-09T03:32:56.208" v="1826" actId="478"/>
          <ac:spMkLst>
            <pc:docMk/>
            <pc:sldMk cId="0" sldId="259"/>
            <ac:spMk id="61" creationId="{00000000-0000-0000-0000-000000000000}"/>
          </ac:spMkLst>
        </pc:spChg>
        <pc:spChg chg="del mod">
          <ac:chgData name="Võ Ngọc Lan Chi" userId="e6ecff6c8856490d" providerId="LiveId" clId="{0D5F2108-5020-4D9B-894D-C00CEBABC27C}" dt="2026-08-09T03:32:56.208" v="1826" actId="478"/>
          <ac:spMkLst>
            <pc:docMk/>
            <pc:sldMk cId="0" sldId="259"/>
            <ac:spMk id="62" creationId="{00000000-0000-0000-0000-000000000000}"/>
          </ac:spMkLst>
        </pc:spChg>
        <pc:spChg chg="mod topLvl">
          <ac:chgData name="Võ Ngọc Lan Chi" userId="e6ecff6c8856490d" providerId="LiveId" clId="{0D5F2108-5020-4D9B-894D-C00CEBABC27C}" dt="2026-08-09T03:52:25.936" v="2180" actId="164"/>
          <ac:spMkLst>
            <pc:docMk/>
            <pc:sldMk cId="0" sldId="259"/>
            <ac:spMk id="63" creationId="{CA30984C-105C-2E1E-18E3-EBECD378FEAD}"/>
          </ac:spMkLst>
        </pc:spChg>
        <pc:spChg chg="mod topLvl">
          <ac:chgData name="Võ Ngọc Lan Chi" userId="e6ecff6c8856490d" providerId="LiveId" clId="{0D5F2108-5020-4D9B-894D-C00CEBABC27C}" dt="2026-08-09T03:52:25.936" v="2180" actId="164"/>
          <ac:spMkLst>
            <pc:docMk/>
            <pc:sldMk cId="0" sldId="259"/>
            <ac:spMk id="64" creationId="{966BE591-8C7D-8BA1-6C3E-13CC65A60375}"/>
          </ac:spMkLst>
        </pc:spChg>
        <pc:spChg chg="mod">
          <ac:chgData name="Võ Ngọc Lan Chi" userId="e6ecff6c8856490d" providerId="LiveId" clId="{0D5F2108-5020-4D9B-894D-C00CEBABC27C}" dt="2026-08-09T03:52:25.936" v="2180" actId="164"/>
          <ac:spMkLst>
            <pc:docMk/>
            <pc:sldMk cId="0" sldId="259"/>
            <ac:spMk id="65" creationId="{9FC0CEB2-C176-A158-0FDB-DDC850810E68}"/>
          </ac:spMkLst>
        </pc:spChg>
        <pc:spChg chg="del mod topLvl">
          <ac:chgData name="Võ Ngọc Lan Chi" userId="e6ecff6c8856490d" providerId="LiveId" clId="{0D5F2108-5020-4D9B-894D-C00CEBABC27C}" dt="2026-08-09T03:49:58.473" v="2144" actId="478"/>
          <ac:spMkLst>
            <pc:docMk/>
            <pc:sldMk cId="0" sldId="259"/>
            <ac:spMk id="66" creationId="{204C8379-33A5-05FD-EDE7-FBD1B7BEBEAA}"/>
          </ac:spMkLst>
        </pc:spChg>
        <pc:spChg chg="add mod">
          <ac:chgData name="Võ Ngọc Lan Chi" userId="e6ecff6c8856490d" providerId="LiveId" clId="{0D5F2108-5020-4D9B-894D-C00CEBABC27C}" dt="2026-08-09T07:12:33.336" v="2845" actId="14100"/>
          <ac:spMkLst>
            <pc:docMk/>
            <pc:sldMk cId="0" sldId="259"/>
            <ac:spMk id="74" creationId="{9F94EE3D-D3F9-4B7C-F87C-FA116C59F05D}"/>
          </ac:spMkLst>
        </pc:spChg>
        <pc:spChg chg="mod topLvl">
          <ac:chgData name="Võ Ngọc Lan Chi" userId="e6ecff6c8856490d" providerId="LiveId" clId="{0D5F2108-5020-4D9B-894D-C00CEBABC27C}" dt="2026-08-09T03:54:46.149" v="2229" actId="165"/>
          <ac:spMkLst>
            <pc:docMk/>
            <pc:sldMk cId="0" sldId="259"/>
            <ac:spMk id="76" creationId="{D57444FD-7490-352A-BBD1-2BA8ED32B98B}"/>
          </ac:spMkLst>
        </pc:spChg>
        <pc:spChg chg="mod topLvl">
          <ac:chgData name="Võ Ngọc Lan Chi" userId="e6ecff6c8856490d" providerId="LiveId" clId="{0D5F2108-5020-4D9B-894D-C00CEBABC27C}" dt="2026-08-09T07:28:33.939" v="3064" actId="114"/>
          <ac:spMkLst>
            <pc:docMk/>
            <pc:sldMk cId="0" sldId="259"/>
            <ac:spMk id="77" creationId="{014822D2-90CD-2930-02EB-D2179B75F542}"/>
          </ac:spMkLst>
        </pc:spChg>
        <pc:spChg chg="mod topLvl">
          <ac:chgData name="Võ Ngọc Lan Chi" userId="e6ecff6c8856490d" providerId="LiveId" clId="{0D5F2108-5020-4D9B-894D-C00CEBABC27C}" dt="2026-08-09T07:04:47.628" v="2657"/>
          <ac:spMkLst>
            <pc:docMk/>
            <pc:sldMk cId="0" sldId="259"/>
            <ac:spMk id="78" creationId="{A06FBB2E-225F-5E08-EE22-65C5690FDF8A}"/>
          </ac:spMkLst>
        </pc:spChg>
        <pc:spChg chg="mod topLvl">
          <ac:chgData name="Võ Ngọc Lan Chi" userId="e6ecff6c8856490d" providerId="LiveId" clId="{0D5F2108-5020-4D9B-894D-C00CEBABC27C}" dt="2026-08-09T07:04:47.628" v="2657"/>
          <ac:spMkLst>
            <pc:docMk/>
            <pc:sldMk cId="0" sldId="259"/>
            <ac:spMk id="79" creationId="{8403B776-1921-D596-C73D-C03451096C81}"/>
          </ac:spMkLst>
        </pc:spChg>
        <pc:spChg chg="add del mod topLvl">
          <ac:chgData name="Võ Ngọc Lan Chi" userId="e6ecff6c8856490d" providerId="LiveId" clId="{0D5F2108-5020-4D9B-894D-C00CEBABC27C}" dt="2026-08-09T07:06:23.654" v="2731" actId="478"/>
          <ac:spMkLst>
            <pc:docMk/>
            <pc:sldMk cId="0" sldId="259"/>
            <ac:spMk id="80" creationId="{3E974DF3-7B17-4A03-E5FF-5003702E5332}"/>
          </ac:spMkLst>
        </pc:spChg>
        <pc:spChg chg="mod">
          <ac:chgData name="Võ Ngọc Lan Chi" userId="e6ecff6c8856490d" providerId="LiveId" clId="{0D5F2108-5020-4D9B-894D-C00CEBABC27C}" dt="2026-08-09T07:04:47.628" v="2657"/>
          <ac:spMkLst>
            <pc:docMk/>
            <pc:sldMk cId="0" sldId="259"/>
            <ac:spMk id="81" creationId="{E4C35CD1-34E4-8EEB-CBEA-6AA34933F054}"/>
          </ac:spMkLst>
        </pc:spChg>
        <pc:spChg chg="add mod">
          <ac:chgData name="Võ Ngọc Lan Chi" userId="e6ecff6c8856490d" providerId="LiveId" clId="{0D5F2108-5020-4D9B-894D-C00CEBABC27C}" dt="2026-08-09T07:12:21.628" v="2842" actId="14100"/>
          <ac:spMkLst>
            <pc:docMk/>
            <pc:sldMk cId="0" sldId="259"/>
            <ac:spMk id="82" creationId="{3A6C8B16-84D6-1316-1E58-8D13B297179E}"/>
          </ac:spMkLst>
        </pc:spChg>
        <pc:spChg chg="del mod topLvl">
          <ac:chgData name="Võ Ngọc Lan Chi" userId="e6ecff6c8856490d" providerId="LiveId" clId="{0D5F2108-5020-4D9B-894D-C00CEBABC27C}" dt="2026-08-09T03:55:18.722" v="2238" actId="478"/>
          <ac:spMkLst>
            <pc:docMk/>
            <pc:sldMk cId="0" sldId="259"/>
            <ac:spMk id="82" creationId="{6313F5FD-285A-CE57-9D63-FA5EE0F0567C}"/>
          </ac:spMkLst>
        </pc:spChg>
        <pc:spChg chg="del mod topLvl">
          <ac:chgData name="Võ Ngọc Lan Chi" userId="e6ecff6c8856490d" providerId="LiveId" clId="{0D5F2108-5020-4D9B-894D-C00CEBABC27C}" dt="2026-08-09T07:05:18.576" v="2693" actId="478"/>
          <ac:spMkLst>
            <pc:docMk/>
            <pc:sldMk cId="0" sldId="259"/>
            <ac:spMk id="83" creationId="{25EBBB05-7B81-D073-9051-827197C905E1}"/>
          </ac:spMkLst>
        </pc:spChg>
        <pc:spChg chg="mod topLvl">
          <ac:chgData name="Võ Ngọc Lan Chi" userId="e6ecff6c8856490d" providerId="LiveId" clId="{0D5F2108-5020-4D9B-894D-C00CEBABC27C}" dt="2026-08-09T07:04:47.628" v="2657"/>
          <ac:spMkLst>
            <pc:docMk/>
            <pc:sldMk cId="0" sldId="259"/>
            <ac:spMk id="84" creationId="{6214EDAA-5B6C-43D5-BC47-23B9D45FA295}"/>
          </ac:spMkLst>
        </pc:spChg>
        <pc:spChg chg="del mod">
          <ac:chgData name="Võ Ngọc Lan Chi" userId="e6ecff6c8856490d" providerId="LiveId" clId="{0D5F2108-5020-4D9B-894D-C00CEBABC27C}" dt="2026-08-09T03:53:30.622" v="2201" actId="478"/>
          <ac:spMkLst>
            <pc:docMk/>
            <pc:sldMk cId="0" sldId="259"/>
            <ac:spMk id="85" creationId="{F5D52FB7-564F-1F1B-E264-9E55A227D011}"/>
          </ac:spMkLst>
        </pc:spChg>
        <pc:spChg chg="del">
          <ac:chgData name="Võ Ngọc Lan Chi" userId="e6ecff6c8856490d" providerId="LiveId" clId="{0D5F2108-5020-4D9B-894D-C00CEBABC27C}" dt="2026-08-09T03:53:52.138" v="2217" actId="478"/>
          <ac:spMkLst>
            <pc:docMk/>
            <pc:sldMk cId="0" sldId="259"/>
            <ac:spMk id="86" creationId="{283D2C1C-055A-5B10-69A9-EC60392874D2}"/>
          </ac:spMkLst>
        </pc:spChg>
        <pc:spChg chg="mod">
          <ac:chgData name="Võ Ngọc Lan Chi" userId="e6ecff6c8856490d" providerId="LiveId" clId="{0D5F2108-5020-4D9B-894D-C00CEBABC27C}" dt="2026-08-09T07:05:01.418" v="2689" actId="20577"/>
          <ac:spMkLst>
            <pc:docMk/>
            <pc:sldMk cId="0" sldId="259"/>
            <ac:spMk id="87" creationId="{F2B3EA11-4A27-FCB8-42A7-341A5AB6C3E7}"/>
          </ac:spMkLst>
        </pc:spChg>
        <pc:spChg chg="del mod topLvl">
          <ac:chgData name="Võ Ngọc Lan Chi" userId="e6ecff6c8856490d" providerId="LiveId" clId="{0D5F2108-5020-4D9B-894D-C00CEBABC27C}" dt="2026-08-09T03:57:06.231" v="2265" actId="478"/>
          <ac:spMkLst>
            <pc:docMk/>
            <pc:sldMk cId="0" sldId="259"/>
            <ac:spMk id="88" creationId="{93D095C9-D08D-0440-EBC4-E1CFA5CED144}"/>
          </ac:spMkLst>
        </pc:spChg>
        <pc:spChg chg="del mod">
          <ac:chgData name="Võ Ngọc Lan Chi" userId="e6ecff6c8856490d" providerId="LiveId" clId="{0D5F2108-5020-4D9B-894D-C00CEBABC27C}" dt="2026-08-09T03:57:28.561" v="2282" actId="478"/>
          <ac:spMkLst>
            <pc:docMk/>
            <pc:sldMk cId="0" sldId="259"/>
            <ac:spMk id="89" creationId="{8B101B81-80B0-F729-0738-636FBD297C43}"/>
          </ac:spMkLst>
        </pc:spChg>
        <pc:spChg chg="del mod topLvl">
          <ac:chgData name="Võ Ngọc Lan Chi" userId="e6ecff6c8856490d" providerId="LiveId" clId="{0D5F2108-5020-4D9B-894D-C00CEBABC27C}" dt="2026-08-09T03:57:44.676" v="2295" actId="478"/>
          <ac:spMkLst>
            <pc:docMk/>
            <pc:sldMk cId="0" sldId="259"/>
            <ac:spMk id="90" creationId="{88F91F51-B19C-B62F-14B7-593EEAFB5A19}"/>
          </ac:spMkLst>
        </pc:spChg>
        <pc:spChg chg="mod">
          <ac:chgData name="Võ Ngọc Lan Chi" userId="e6ecff6c8856490d" providerId="LiveId" clId="{0D5F2108-5020-4D9B-894D-C00CEBABC27C}" dt="2026-08-09T03:53:33.698" v="2202"/>
          <ac:spMkLst>
            <pc:docMk/>
            <pc:sldMk cId="0" sldId="259"/>
            <ac:spMk id="93" creationId="{CF048F09-8B1D-ECDC-6A98-234F37332654}"/>
          </ac:spMkLst>
        </pc:spChg>
        <pc:spChg chg="mod">
          <ac:chgData name="Võ Ngọc Lan Chi" userId="e6ecff6c8856490d" providerId="LiveId" clId="{0D5F2108-5020-4D9B-894D-C00CEBABC27C}" dt="2026-08-09T03:53:33.698" v="2202"/>
          <ac:spMkLst>
            <pc:docMk/>
            <pc:sldMk cId="0" sldId="259"/>
            <ac:spMk id="94" creationId="{8D8A3DF1-1EFF-629A-2E5B-3D6014790DD6}"/>
          </ac:spMkLst>
        </pc:spChg>
        <pc:spChg chg="mod">
          <ac:chgData name="Võ Ngọc Lan Chi" userId="e6ecff6c8856490d" providerId="LiveId" clId="{0D5F2108-5020-4D9B-894D-C00CEBABC27C}" dt="2026-08-09T03:53:33.698" v="2202"/>
          <ac:spMkLst>
            <pc:docMk/>
            <pc:sldMk cId="0" sldId="259"/>
            <ac:spMk id="96" creationId="{0FC8F80F-8B97-B614-F58E-C68D9F899369}"/>
          </ac:spMkLst>
        </pc:spChg>
        <pc:spChg chg="mod">
          <ac:chgData name="Võ Ngọc Lan Chi" userId="e6ecff6c8856490d" providerId="LiveId" clId="{0D5F2108-5020-4D9B-894D-C00CEBABC27C}" dt="2026-08-09T03:53:33.698" v="2202"/>
          <ac:spMkLst>
            <pc:docMk/>
            <pc:sldMk cId="0" sldId="259"/>
            <ac:spMk id="98" creationId="{BBE9AC1B-0304-93FC-EF26-20826DC47789}"/>
          </ac:spMkLst>
        </pc:spChg>
        <pc:spChg chg="mod">
          <ac:chgData name="Võ Ngọc Lan Chi" userId="e6ecff6c8856490d" providerId="LiveId" clId="{0D5F2108-5020-4D9B-894D-C00CEBABC27C}" dt="2026-08-09T03:53:33.698" v="2202"/>
          <ac:spMkLst>
            <pc:docMk/>
            <pc:sldMk cId="0" sldId="259"/>
            <ac:spMk id="99" creationId="{A9D4E332-5F29-E124-DEAA-2437BD489F8B}"/>
          </ac:spMkLst>
        </pc:spChg>
        <pc:spChg chg="mod">
          <ac:chgData name="Võ Ngọc Lan Chi" userId="e6ecff6c8856490d" providerId="LiveId" clId="{0D5F2108-5020-4D9B-894D-C00CEBABC27C}" dt="2026-08-09T03:53:33.698" v="2202"/>
          <ac:spMkLst>
            <pc:docMk/>
            <pc:sldMk cId="0" sldId="259"/>
            <ac:spMk id="101" creationId="{E940E99A-49A5-A7C0-7140-390A7C70F2C0}"/>
          </ac:spMkLst>
        </pc:spChg>
        <pc:spChg chg="mod">
          <ac:chgData name="Võ Ngọc Lan Chi" userId="e6ecff6c8856490d" providerId="LiveId" clId="{0D5F2108-5020-4D9B-894D-C00CEBABC27C}" dt="2026-08-09T03:53:33.698" v="2202"/>
          <ac:spMkLst>
            <pc:docMk/>
            <pc:sldMk cId="0" sldId="259"/>
            <ac:spMk id="102" creationId="{B8790878-6088-1F71-B7D4-FAD357306F66}"/>
          </ac:spMkLst>
        </pc:spChg>
        <pc:spChg chg="mod">
          <ac:chgData name="Võ Ngọc Lan Chi" userId="e6ecff6c8856490d" providerId="LiveId" clId="{0D5F2108-5020-4D9B-894D-C00CEBABC27C}" dt="2026-08-09T03:53:33.698" v="2202"/>
          <ac:spMkLst>
            <pc:docMk/>
            <pc:sldMk cId="0" sldId="259"/>
            <ac:spMk id="104" creationId="{26A04C7B-9725-6C7E-9BE5-354B142AC358}"/>
          </ac:spMkLst>
        </pc:spChg>
        <pc:spChg chg="mod">
          <ac:chgData name="Võ Ngọc Lan Chi" userId="e6ecff6c8856490d" providerId="LiveId" clId="{0D5F2108-5020-4D9B-894D-C00CEBABC27C}" dt="2026-08-09T03:53:33.698" v="2202"/>
          <ac:spMkLst>
            <pc:docMk/>
            <pc:sldMk cId="0" sldId="259"/>
            <ac:spMk id="106" creationId="{0CD1EE8C-6F1F-1D7B-4E37-BD141CEDCD29}"/>
          </ac:spMkLst>
        </pc:spChg>
        <pc:spChg chg="mod">
          <ac:chgData name="Võ Ngọc Lan Chi" userId="e6ecff6c8856490d" providerId="LiveId" clId="{0D5F2108-5020-4D9B-894D-C00CEBABC27C}" dt="2026-08-09T03:53:33.698" v="2202"/>
          <ac:spMkLst>
            <pc:docMk/>
            <pc:sldMk cId="0" sldId="259"/>
            <ac:spMk id="107" creationId="{3097341C-523F-C082-335A-1788A2B6874D}"/>
          </ac:spMkLst>
        </pc:spChg>
        <pc:spChg chg="add mod">
          <ac:chgData name="Võ Ngọc Lan Chi" userId="e6ecff6c8856490d" providerId="LiveId" clId="{0D5F2108-5020-4D9B-894D-C00CEBABC27C}" dt="2026-08-09T04:00:06.179" v="2339" actId="164"/>
          <ac:spMkLst>
            <pc:docMk/>
            <pc:sldMk cId="0" sldId="259"/>
            <ac:spMk id="108" creationId="{43ECE690-348B-CBF8-72C6-C7006355E22E}"/>
          </ac:spMkLst>
        </pc:spChg>
        <pc:spChg chg="add del mod">
          <ac:chgData name="Võ Ngọc Lan Chi" userId="e6ecff6c8856490d" providerId="LiveId" clId="{0D5F2108-5020-4D9B-894D-C00CEBABC27C}" dt="2026-08-09T07:05:23.070" v="2695" actId="478"/>
          <ac:spMkLst>
            <pc:docMk/>
            <pc:sldMk cId="0" sldId="259"/>
            <ac:spMk id="109" creationId="{27869363-49EE-BF81-425C-644A9DC22FFB}"/>
          </ac:spMkLst>
        </pc:spChg>
        <pc:spChg chg="add del mod">
          <ac:chgData name="Võ Ngọc Lan Chi" userId="e6ecff6c8856490d" providerId="LiveId" clId="{0D5F2108-5020-4D9B-894D-C00CEBABC27C}" dt="2026-08-09T07:05:27.654" v="2696" actId="478"/>
          <ac:spMkLst>
            <pc:docMk/>
            <pc:sldMk cId="0" sldId="259"/>
            <ac:spMk id="110" creationId="{461CD68C-651B-9358-F00F-E911DDD817D6}"/>
          </ac:spMkLst>
        </pc:spChg>
        <pc:spChg chg="add mod">
          <ac:chgData name="Võ Ngọc Lan Chi" userId="e6ecff6c8856490d" providerId="LiveId" clId="{0D5F2108-5020-4D9B-894D-C00CEBABC27C}" dt="2026-08-09T07:04:59.256" v="2688" actId="20577"/>
          <ac:spMkLst>
            <pc:docMk/>
            <pc:sldMk cId="0" sldId="259"/>
            <ac:spMk id="111" creationId="{D76DD8EC-990F-D7CC-86CF-E37C9C63AE81}"/>
          </ac:spMkLst>
        </pc:spChg>
        <pc:spChg chg="add mod">
          <ac:chgData name="Võ Ngọc Lan Chi" userId="e6ecff6c8856490d" providerId="LiveId" clId="{0D5F2108-5020-4D9B-894D-C00CEBABC27C}" dt="2026-08-09T07:06:09.885" v="2727" actId="20577"/>
          <ac:spMkLst>
            <pc:docMk/>
            <pc:sldMk cId="0" sldId="259"/>
            <ac:spMk id="112" creationId="{77E3A4B5-0C65-37EA-49B8-6B46F5F2B2A9}"/>
          </ac:spMkLst>
        </pc:spChg>
        <pc:spChg chg="add del mod">
          <ac:chgData name="Võ Ngọc Lan Chi" userId="e6ecff6c8856490d" providerId="LiveId" clId="{0D5F2108-5020-4D9B-894D-C00CEBABC27C}" dt="2026-08-09T07:05:14.953" v="2690" actId="478"/>
          <ac:spMkLst>
            <pc:docMk/>
            <pc:sldMk cId="0" sldId="259"/>
            <ac:spMk id="113" creationId="{334137AF-8EB1-1DA1-5156-B9B1B0ED8CD6}"/>
          </ac:spMkLst>
        </pc:spChg>
        <pc:spChg chg="add del mod">
          <ac:chgData name="Võ Ngọc Lan Chi" userId="e6ecff6c8856490d" providerId="LiveId" clId="{0D5F2108-5020-4D9B-894D-C00CEBABC27C}" dt="2026-08-09T07:02:52.756" v="2621" actId="478"/>
          <ac:spMkLst>
            <pc:docMk/>
            <pc:sldMk cId="0" sldId="259"/>
            <ac:spMk id="117" creationId="{DC096327-86ED-6FDC-3602-4C33A1491B21}"/>
          </ac:spMkLst>
        </pc:spChg>
        <pc:spChg chg="add mod">
          <ac:chgData name="Võ Ngọc Lan Chi" userId="e6ecff6c8856490d" providerId="LiveId" clId="{0D5F2108-5020-4D9B-894D-C00CEBABC27C}" dt="2026-08-09T06:55:11.785" v="2509" actId="12788"/>
          <ac:spMkLst>
            <pc:docMk/>
            <pc:sldMk cId="0" sldId="259"/>
            <ac:spMk id="118" creationId="{7D17FA00-CAD6-48F8-D9EA-9CC89F02AF68}"/>
          </ac:spMkLst>
        </pc:spChg>
        <pc:grpChg chg="add del mod">
          <ac:chgData name="Võ Ngọc Lan Chi" userId="e6ecff6c8856490d" providerId="LiveId" clId="{0D5F2108-5020-4D9B-894D-C00CEBABC27C}" dt="2026-08-09T06:58:00.564" v="2579" actId="478"/>
          <ac:grpSpMkLst>
            <pc:docMk/>
            <pc:sldMk cId="0" sldId="259"/>
            <ac:grpSpMk id="36" creationId="{652C3BCE-60DD-3FAA-EA4B-8BA69FFB9046}"/>
          </ac:grpSpMkLst>
        </pc:grpChg>
        <pc:grpChg chg="mod">
          <ac:chgData name="Võ Ngọc Lan Chi" userId="e6ecff6c8856490d" providerId="LiveId" clId="{0D5F2108-5020-4D9B-894D-C00CEBABC27C}" dt="2026-08-09T03:49:02.061" v="2132" actId="1076"/>
          <ac:grpSpMkLst>
            <pc:docMk/>
            <pc:sldMk cId="0" sldId="259"/>
            <ac:grpSpMk id="37" creationId="{16B169A2-340F-C3C0-B9CC-0BFE41A5BDA5}"/>
          </ac:grpSpMkLst>
        </pc:grpChg>
        <pc:grpChg chg="add mod">
          <ac:chgData name="Võ Ngọc Lan Chi" userId="e6ecff6c8856490d" providerId="LiveId" clId="{0D5F2108-5020-4D9B-894D-C00CEBABC27C}" dt="2026-08-09T07:11:18.057" v="2823" actId="164"/>
          <ac:grpSpMkLst>
            <pc:docMk/>
            <pc:sldMk cId="0" sldId="259"/>
            <ac:grpSpMk id="71" creationId="{F745487C-8ADA-F74F-7DD7-ACD9A9625475}"/>
          </ac:grpSpMkLst>
        </pc:grpChg>
        <pc:grpChg chg="add mod">
          <ac:chgData name="Võ Ngọc Lan Chi" userId="e6ecff6c8856490d" providerId="LiveId" clId="{0D5F2108-5020-4D9B-894D-C00CEBABC27C}" dt="2026-08-09T07:11:32.422" v="2825" actId="1076"/>
          <ac:grpSpMkLst>
            <pc:docMk/>
            <pc:sldMk cId="0" sldId="259"/>
            <ac:grpSpMk id="72" creationId="{4CFC6680-C00D-B14A-7981-03B14CAE11FD}"/>
          </ac:grpSpMkLst>
        </pc:grpChg>
        <pc:grpChg chg="add del mod">
          <ac:chgData name="Võ Ngọc Lan Chi" userId="e6ecff6c8856490d" providerId="LiveId" clId="{0D5F2108-5020-4D9B-894D-C00CEBABC27C}" dt="2026-08-09T07:03:51.626" v="2636" actId="478"/>
          <ac:grpSpMkLst>
            <pc:docMk/>
            <pc:sldMk cId="0" sldId="259"/>
            <ac:grpSpMk id="73" creationId="{29955E3F-F5F2-E585-7431-69D67A326201}"/>
          </ac:grpSpMkLst>
        </pc:grpChg>
        <pc:grpChg chg="mod">
          <ac:chgData name="Võ Ngọc Lan Chi" userId="e6ecff6c8856490d" providerId="LiveId" clId="{0D5F2108-5020-4D9B-894D-C00CEBABC27C}" dt="2026-08-09T03:52:55.360" v="2182" actId="1076"/>
          <ac:grpSpMkLst>
            <pc:docMk/>
            <pc:sldMk cId="0" sldId="259"/>
            <ac:grpSpMk id="74" creationId="{ADB859FC-FEFF-92EC-993C-CE8878787E68}"/>
          </ac:grpSpMkLst>
        </pc:grpChg>
        <pc:grpChg chg="add mod">
          <ac:chgData name="Võ Ngọc Lan Chi" userId="e6ecff6c8856490d" providerId="LiveId" clId="{0D5F2108-5020-4D9B-894D-C00CEBABC27C}" dt="2026-08-09T07:27:18.180" v="3034" actId="164"/>
          <ac:grpSpMkLst>
            <pc:docMk/>
            <pc:sldMk cId="0" sldId="259"/>
            <ac:grpSpMk id="85" creationId="{07317C93-77C5-3201-3C76-F473EE96D578}"/>
          </ac:grpSpMkLst>
        </pc:grpChg>
        <pc:grpChg chg="add del mod ord">
          <ac:chgData name="Võ Ngọc Lan Chi" userId="e6ecff6c8856490d" providerId="LiveId" clId="{0D5F2108-5020-4D9B-894D-C00CEBABC27C}" dt="2026-08-09T07:27:18.180" v="3034" actId="164"/>
          <ac:grpSpMkLst>
            <pc:docMk/>
            <pc:sldMk cId="0" sldId="259"/>
            <ac:grpSpMk id="116" creationId="{F3023DB2-CED5-293D-8A93-64EBFA5AB3D5}"/>
          </ac:grpSpMkLst>
        </pc:grpChg>
        <pc:cxnChg chg="add del mod">
          <ac:chgData name="Võ Ngọc Lan Chi" userId="e6ecff6c8856490d" providerId="LiveId" clId="{0D5F2108-5020-4D9B-894D-C00CEBABC27C}" dt="2026-08-09T03:28:20.195" v="1816" actId="478"/>
          <ac:cxnSpMkLst>
            <pc:docMk/>
            <pc:sldMk cId="0" sldId="259"/>
            <ac:cxnSpMk id="3" creationId="{AAF4C727-6D71-D81A-06C0-39CFABFA94D7}"/>
          </ac:cxnSpMkLst>
        </pc:cxnChg>
        <pc:cxnChg chg="add del mod">
          <ac:chgData name="Võ Ngọc Lan Chi" userId="e6ecff6c8856490d" providerId="LiveId" clId="{0D5F2108-5020-4D9B-894D-C00CEBABC27C}" dt="2026-08-09T03:47:13.603" v="2063" actId="478"/>
          <ac:cxnSpMkLst>
            <pc:docMk/>
            <pc:sldMk cId="0" sldId="259"/>
            <ac:cxnSpMk id="6" creationId="{879E4690-354E-8C64-E9EE-F17C1C704F25}"/>
          </ac:cxnSpMkLst>
        </pc:cxnChg>
        <pc:cxnChg chg="add mod">
          <ac:chgData name="Võ Ngọc Lan Chi" userId="e6ecff6c8856490d" providerId="LiveId" clId="{0D5F2108-5020-4D9B-894D-C00CEBABC27C}" dt="2026-08-09T07:09:17.275" v="2784" actId="12789"/>
          <ac:cxnSpMkLst>
            <pc:docMk/>
            <pc:sldMk cId="0" sldId="259"/>
            <ac:cxnSpMk id="12" creationId="{4613DED6-D587-F009-5AD7-8A9E25DC7B6B}"/>
          </ac:cxnSpMkLst>
        </pc:cxnChg>
        <pc:cxnChg chg="add mod">
          <ac:chgData name="Võ Ngọc Lan Chi" userId="e6ecff6c8856490d" providerId="LiveId" clId="{0D5F2108-5020-4D9B-894D-C00CEBABC27C}" dt="2026-08-09T07:09:32.235" v="2787" actId="1076"/>
          <ac:cxnSpMkLst>
            <pc:docMk/>
            <pc:sldMk cId="0" sldId="259"/>
            <ac:cxnSpMk id="18" creationId="{AAA0F6D3-55DB-F7F3-8102-36275DD9D05F}"/>
          </ac:cxnSpMkLst>
        </pc:cxnChg>
        <pc:cxnChg chg="add mod ord">
          <ac:chgData name="Võ Ngọc Lan Chi" userId="e6ecff6c8856490d" providerId="LiveId" clId="{0D5F2108-5020-4D9B-894D-C00CEBABC27C}" dt="2026-08-09T06:58:32.583" v="2586" actId="14100"/>
          <ac:cxnSpMkLst>
            <pc:docMk/>
            <pc:sldMk cId="0" sldId="259"/>
            <ac:cxnSpMk id="32" creationId="{1D6BB685-62F7-48D2-1BF9-AE0085961BF4}"/>
          </ac:cxnSpMkLst>
        </pc:cxnChg>
        <pc:cxnChg chg="add del mod">
          <ac:chgData name="Võ Ngọc Lan Chi" userId="e6ecff6c8856490d" providerId="LiveId" clId="{0D5F2108-5020-4D9B-894D-C00CEBABC27C}" dt="2026-08-09T07:08:36.354" v="2773" actId="478"/>
          <ac:cxnSpMkLst>
            <pc:docMk/>
            <pc:sldMk cId="0" sldId="259"/>
            <ac:cxnSpMk id="34" creationId="{42720312-00A7-DB0F-BDAE-08D101B22637}"/>
          </ac:cxnSpMkLst>
        </pc:cxnChg>
        <pc:cxnChg chg="add del mod">
          <ac:chgData name="Võ Ngọc Lan Chi" userId="e6ecff6c8856490d" providerId="LiveId" clId="{0D5F2108-5020-4D9B-894D-C00CEBABC27C}" dt="2026-08-09T07:08:41.107" v="2775" actId="478"/>
          <ac:cxnSpMkLst>
            <pc:docMk/>
            <pc:sldMk cId="0" sldId="259"/>
            <ac:cxnSpMk id="35" creationId="{3D122A08-4288-7A43-A8D7-49A637B2B001}"/>
          </ac:cxnSpMkLst>
        </pc:cxnChg>
        <pc:cxnChg chg="add">
          <ac:chgData name="Võ Ngọc Lan Chi" userId="e6ecff6c8856490d" providerId="LiveId" clId="{0D5F2108-5020-4D9B-894D-C00CEBABC27C}" dt="2026-08-09T07:08:23.700" v="2769" actId="11529"/>
          <ac:cxnSpMkLst>
            <pc:docMk/>
            <pc:sldMk cId="0" sldId="259"/>
            <ac:cxnSpMk id="43" creationId="{0E38BDBB-EF2C-ED74-CE82-B8053C2B133B}"/>
          </ac:cxnSpMkLst>
        </pc:cxnChg>
        <pc:cxnChg chg="add mod">
          <ac:chgData name="Võ Ngọc Lan Chi" userId="e6ecff6c8856490d" providerId="LiveId" clId="{0D5F2108-5020-4D9B-894D-C00CEBABC27C}" dt="2026-08-09T07:09:17.275" v="2784" actId="12789"/>
          <ac:cxnSpMkLst>
            <pc:docMk/>
            <pc:sldMk cId="0" sldId="259"/>
            <ac:cxnSpMk id="51" creationId="{CA080AAA-7E7E-6F40-D6EA-0DE9DC5D10FA}"/>
          </ac:cxnSpMkLst>
        </pc:cxnChg>
        <pc:cxnChg chg="add mod">
          <ac:chgData name="Võ Ngọc Lan Chi" userId="e6ecff6c8856490d" providerId="LiveId" clId="{0D5F2108-5020-4D9B-894D-C00CEBABC27C}" dt="2026-08-09T07:09:17.275" v="2784" actId="12789"/>
          <ac:cxnSpMkLst>
            <pc:docMk/>
            <pc:sldMk cId="0" sldId="259"/>
            <ac:cxnSpMk id="53" creationId="{E8F6B7CA-16A9-71A3-B539-818EF75C1DD0}"/>
          </ac:cxnSpMkLst>
        </pc:cxnChg>
        <pc:cxnChg chg="add mod">
          <ac:chgData name="Võ Ngọc Lan Chi" userId="e6ecff6c8856490d" providerId="LiveId" clId="{0D5F2108-5020-4D9B-894D-C00CEBABC27C}" dt="2026-08-09T07:11:03.898" v="2818" actId="164"/>
          <ac:cxnSpMkLst>
            <pc:docMk/>
            <pc:sldMk cId="0" sldId="259"/>
            <ac:cxnSpMk id="59" creationId="{BDEF7012-A61E-FD07-0987-FE3760B6FF8A}"/>
          </ac:cxnSpMkLst>
        </pc:cxnChg>
        <pc:cxnChg chg="add mod">
          <ac:chgData name="Võ Ngọc Lan Chi" userId="e6ecff6c8856490d" providerId="LiveId" clId="{0D5F2108-5020-4D9B-894D-C00CEBABC27C}" dt="2026-08-09T07:11:18.057" v="2823" actId="164"/>
          <ac:cxnSpMkLst>
            <pc:docMk/>
            <pc:sldMk cId="0" sldId="259"/>
            <ac:cxnSpMk id="60" creationId="{F19CBB8D-9FBC-ED7A-7AA1-09E02A6228F6}"/>
          </ac:cxnSpMkLst>
        </pc:cxnChg>
        <pc:cxnChg chg="add mod">
          <ac:chgData name="Võ Ngọc Lan Chi" userId="e6ecff6c8856490d" providerId="LiveId" clId="{0D5F2108-5020-4D9B-894D-C00CEBABC27C}" dt="2026-08-09T07:11:03.898" v="2818" actId="164"/>
          <ac:cxnSpMkLst>
            <pc:docMk/>
            <pc:sldMk cId="0" sldId="259"/>
            <ac:cxnSpMk id="61" creationId="{519CAB59-C217-D9D9-7734-6D0B04AB546B}"/>
          </ac:cxnSpMkLst>
        </pc:cxnChg>
        <pc:cxnChg chg="add mod">
          <ac:chgData name="Võ Ngọc Lan Chi" userId="e6ecff6c8856490d" providerId="LiveId" clId="{0D5F2108-5020-4D9B-894D-C00CEBABC27C}" dt="2026-08-09T07:11:03.898" v="2818" actId="164"/>
          <ac:cxnSpMkLst>
            <pc:docMk/>
            <pc:sldMk cId="0" sldId="259"/>
            <ac:cxnSpMk id="62" creationId="{94176FE2-FBEA-DCEB-7347-D97CB780E38F}"/>
          </ac:cxnSpMkLst>
        </pc:cxnChg>
        <pc:cxnChg chg="mod ord">
          <ac:chgData name="Võ Ngọc Lan Chi" userId="e6ecff6c8856490d" providerId="LiveId" clId="{0D5F2108-5020-4D9B-894D-C00CEBABC27C}" dt="2026-08-09T03:50:32.022" v="2171" actId="167"/>
          <ac:cxnSpMkLst>
            <pc:docMk/>
            <pc:sldMk cId="0" sldId="259"/>
            <ac:cxnSpMk id="67" creationId="{42C52A04-84E8-1BE9-9851-8F79A655AF61}"/>
          </ac:cxnSpMkLst>
        </pc:cxnChg>
        <pc:cxnChg chg="mod">
          <ac:chgData name="Võ Ngọc Lan Chi" userId="e6ecff6c8856490d" providerId="LiveId" clId="{0D5F2108-5020-4D9B-894D-C00CEBABC27C}" dt="2026-08-09T07:06:23.223" v="2730" actId="14100"/>
          <ac:cxnSpMkLst>
            <pc:docMk/>
            <pc:sldMk cId="0" sldId="259"/>
            <ac:cxnSpMk id="75" creationId="{C1B48A2F-7FBB-737D-4AFF-C2527FEF5883}"/>
          </ac:cxnSpMkLst>
        </pc:cxnChg>
      </pc:sldChg>
      <pc:sldChg chg="modSp mod modTransition">
        <pc:chgData name="Võ Ngọc Lan Chi" userId="e6ecff6c8856490d" providerId="LiveId" clId="{0D5F2108-5020-4D9B-894D-C00CEBABC27C}" dt="2026-08-09T15:45:27.006" v="3863"/>
        <pc:sldMkLst>
          <pc:docMk/>
          <pc:sldMk cId="0" sldId="260"/>
        </pc:sldMkLst>
        <pc:spChg chg="mod">
          <ac:chgData name="Võ Ngọc Lan Chi" userId="e6ecff6c8856490d" providerId="LiveId" clId="{0D5F2108-5020-4D9B-894D-C00CEBABC27C}" dt="2026-08-09T15:42:03.994" v="3823" actId="113"/>
          <ac:spMkLst>
            <pc:docMk/>
            <pc:sldMk cId="0" sldId="260"/>
            <ac:spMk id="63" creationId="{00000000-0000-0000-0000-000000000000}"/>
          </ac:spMkLst>
        </pc:spChg>
        <pc:spChg chg="mod">
          <ac:chgData name="Võ Ngọc Lan Chi" userId="e6ecff6c8856490d" providerId="LiveId" clId="{0D5F2108-5020-4D9B-894D-C00CEBABC27C}" dt="2026-08-09T15:41:23.272" v="3814" actId="20577"/>
          <ac:spMkLst>
            <pc:docMk/>
            <pc:sldMk cId="0" sldId="260"/>
            <ac:spMk id="64" creationId="{00000000-0000-0000-0000-000000000000}"/>
          </ac:spMkLst>
        </pc:spChg>
      </pc:sldChg>
      <pc:sldChg chg="modSp del mod">
        <pc:chgData name="Võ Ngọc Lan Chi" userId="e6ecff6c8856490d" providerId="LiveId" clId="{0D5F2108-5020-4D9B-894D-C00CEBABC27C}" dt="2026-08-09T15:42:25.246" v="3824" actId="47"/>
        <pc:sldMkLst>
          <pc:docMk/>
          <pc:sldMk cId="0" sldId="261"/>
        </pc:sldMkLst>
      </pc:sldChg>
      <pc:sldChg chg="modSp del mod">
        <pc:chgData name="Võ Ngọc Lan Chi" userId="e6ecff6c8856490d" providerId="LiveId" clId="{0D5F2108-5020-4D9B-894D-C00CEBABC27C}" dt="2026-08-09T15:42:27.828" v="3825" actId="47"/>
        <pc:sldMkLst>
          <pc:docMk/>
          <pc:sldMk cId="0" sldId="262"/>
        </pc:sldMkLst>
        <pc:spChg chg="mod">
          <ac:chgData name="Võ Ngọc Lan Chi" userId="e6ecff6c8856490d" providerId="LiveId" clId="{0D5F2108-5020-4D9B-894D-C00CEBABC27C}" dt="2026-08-08T06:29:02.075" v="50" actId="27636"/>
          <ac:spMkLst>
            <pc:docMk/>
            <pc:sldMk cId="0" sldId="262"/>
            <ac:spMk id="78" creationId="{00000000-0000-0000-0000-000000000000}"/>
          </ac:spMkLst>
        </pc:spChg>
      </pc:sldChg>
      <pc:sldChg chg="addSp delSp modSp mod modTransition">
        <pc:chgData name="Võ Ngọc Lan Chi" userId="e6ecff6c8856490d" providerId="LiveId" clId="{0D5F2108-5020-4D9B-894D-C00CEBABC27C}" dt="2026-08-09T15:47:06.426" v="3873" actId="1076"/>
        <pc:sldMkLst>
          <pc:docMk/>
          <pc:sldMk cId="0" sldId="263"/>
        </pc:sldMkLst>
        <pc:spChg chg="add mod ord">
          <ac:chgData name="Võ Ngọc Lan Chi" userId="e6ecff6c8856490d" providerId="LiveId" clId="{0D5F2108-5020-4D9B-894D-C00CEBABC27C}" dt="2026-08-09T15:46:59.183" v="3870" actId="167"/>
          <ac:spMkLst>
            <pc:docMk/>
            <pc:sldMk cId="0" sldId="263"/>
            <ac:spMk id="2" creationId="{62034A31-5A2C-E41C-86C4-B824D0C8F4F2}"/>
          </ac:spMkLst>
        </pc:spChg>
        <pc:spChg chg="mod">
          <ac:chgData name="Võ Ngọc Lan Chi" userId="e6ecff6c8856490d" providerId="LiveId" clId="{0D5F2108-5020-4D9B-894D-C00CEBABC27C}" dt="2026-08-09T15:47:06.426" v="3873" actId="1076"/>
          <ac:spMkLst>
            <pc:docMk/>
            <pc:sldMk cId="0" sldId="263"/>
            <ac:spMk id="80" creationId="{00000000-0000-0000-0000-000000000000}"/>
          </ac:spMkLst>
        </pc:spChg>
      </pc:sldChg>
      <pc:sldChg chg="addSp delSp modSp add mod modTransition">
        <pc:chgData name="Võ Ngọc Lan Chi" userId="e6ecff6c8856490d" providerId="LiveId" clId="{0D5F2108-5020-4D9B-894D-C00CEBABC27C}" dt="2026-08-09T15:45:27.006" v="3863"/>
        <pc:sldMkLst>
          <pc:docMk/>
          <pc:sldMk cId="866265113" sldId="264"/>
        </pc:sldMkLst>
        <pc:spChg chg="add mod">
          <ac:chgData name="Võ Ngọc Lan Chi" userId="e6ecff6c8856490d" providerId="LiveId" clId="{0D5F2108-5020-4D9B-894D-C00CEBABC27C}" dt="2026-08-08T07:54:02.156" v="1386" actId="1076"/>
          <ac:spMkLst>
            <pc:docMk/>
            <pc:sldMk cId="866265113" sldId="264"/>
            <ac:spMk id="2" creationId="{3C23F00B-DBC0-0008-257C-248091912ECB}"/>
          </ac:spMkLst>
        </pc:spChg>
        <pc:spChg chg="mod">
          <ac:chgData name="Võ Ngọc Lan Chi" userId="e6ecff6c8856490d" providerId="LiveId" clId="{0D5F2108-5020-4D9B-894D-C00CEBABC27C}" dt="2026-08-08T07:54:08.936" v="1390" actId="1076"/>
          <ac:spMkLst>
            <pc:docMk/>
            <pc:sldMk cId="866265113" sldId="264"/>
            <ac:spMk id="6" creationId="{B7037033-F646-2B95-AB77-CEACD74B8479}"/>
          </ac:spMkLst>
        </pc:spChg>
        <pc:spChg chg="mod">
          <ac:chgData name="Võ Ngọc Lan Chi" userId="e6ecff6c8856490d" providerId="LiveId" clId="{0D5F2108-5020-4D9B-894D-C00CEBABC27C}" dt="2026-08-08T07:50:14.148" v="1311" actId="255"/>
          <ac:spMkLst>
            <pc:docMk/>
            <pc:sldMk cId="866265113" sldId="264"/>
            <ac:spMk id="48" creationId="{8A662027-7DB9-F9BB-BDBE-1D1D33DA786F}"/>
          </ac:spMkLst>
        </pc:spChg>
        <pc:graphicFrameChg chg="del">
          <ac:chgData name="Võ Ngọc Lan Chi" userId="e6ecff6c8856490d" providerId="LiveId" clId="{0D5F2108-5020-4D9B-894D-C00CEBABC27C}" dt="2026-08-08T07:47:03.165" v="1267" actId="478"/>
          <ac:graphicFrameMkLst>
            <pc:docMk/>
            <pc:sldMk cId="866265113" sldId="264"/>
            <ac:graphicFrameMk id="18" creationId="{403F1E93-7942-E32A-22EB-036270AD21DA}"/>
          </ac:graphicFrameMkLst>
        </pc:graphicFrameChg>
        <pc:picChg chg="add mod">
          <ac:chgData name="Võ Ngọc Lan Chi" userId="e6ecff6c8856490d" providerId="LiveId" clId="{0D5F2108-5020-4D9B-894D-C00CEBABC27C}" dt="2026-08-08T07:56:57.945" v="1405" actId="14100"/>
          <ac:picMkLst>
            <pc:docMk/>
            <pc:sldMk cId="866265113" sldId="264"/>
            <ac:picMk id="4" creationId="{01357EB3-E6D3-7AE2-B4B1-542F04732633}"/>
          </ac:picMkLst>
        </pc:picChg>
        <pc:picChg chg="add mod">
          <ac:chgData name="Võ Ngọc Lan Chi" userId="e6ecff6c8856490d" providerId="LiveId" clId="{0D5F2108-5020-4D9B-894D-C00CEBABC27C}" dt="2026-08-08T07:56:48.957" v="1403" actId="1076"/>
          <ac:picMkLst>
            <pc:docMk/>
            <pc:sldMk cId="866265113" sldId="264"/>
            <ac:picMk id="7" creationId="{0C5382AA-F6B8-CE0F-5DC3-D1ACB0192F00}"/>
          </ac:picMkLst>
        </pc:picChg>
        <pc:picChg chg="add mod">
          <ac:chgData name="Võ Ngọc Lan Chi" userId="e6ecff6c8856490d" providerId="LiveId" clId="{0D5F2108-5020-4D9B-894D-C00CEBABC27C}" dt="2026-08-08T07:57:37.329" v="1411" actId="1076"/>
          <ac:picMkLst>
            <pc:docMk/>
            <pc:sldMk cId="866265113" sldId="264"/>
            <ac:picMk id="9" creationId="{DEFFE907-E33F-9A0F-88C2-03224CCF36FE}"/>
          </ac:picMkLst>
        </pc:picChg>
      </pc:sldChg>
      <pc:sldChg chg="addSp delSp modSp add mod ord modTransition">
        <pc:chgData name="Võ Ngọc Lan Chi" userId="e6ecff6c8856490d" providerId="LiveId" clId="{0D5F2108-5020-4D9B-894D-C00CEBABC27C}" dt="2026-08-09T15:45:27.006" v="3863"/>
        <pc:sldMkLst>
          <pc:docMk/>
          <pc:sldMk cId="3491054406" sldId="265"/>
        </pc:sldMkLst>
        <pc:spChg chg="add mod">
          <ac:chgData name="Võ Ngọc Lan Chi" userId="e6ecff6c8856490d" providerId="LiveId" clId="{0D5F2108-5020-4D9B-894D-C00CEBABC27C}" dt="2026-08-09T03:15:35.241" v="1731" actId="122"/>
          <ac:spMkLst>
            <pc:docMk/>
            <pc:sldMk cId="3491054406" sldId="265"/>
            <ac:spMk id="17" creationId="{1A36FE94-A3C2-52DE-7AF2-3A7E17FE973A}"/>
          </ac:spMkLst>
        </pc:spChg>
        <pc:spChg chg="del">
          <ac:chgData name="Võ Ngọc Lan Chi" userId="e6ecff6c8856490d" providerId="LiveId" clId="{0D5F2108-5020-4D9B-894D-C00CEBABC27C}" dt="2026-08-08T07:53:30.267" v="1382" actId="478"/>
          <ac:spMkLst>
            <pc:docMk/>
            <pc:sldMk cId="3491054406" sldId="265"/>
            <ac:spMk id="52" creationId="{0E08906F-237B-EF2C-7D45-98748F5BADF8}"/>
          </ac:spMkLst>
        </pc:spChg>
        <pc:spChg chg="del">
          <ac:chgData name="Võ Ngọc Lan Chi" userId="e6ecff6c8856490d" providerId="LiveId" clId="{0D5F2108-5020-4D9B-894D-C00CEBABC27C}" dt="2026-08-08T07:53:30.267" v="1382" actId="478"/>
          <ac:spMkLst>
            <pc:docMk/>
            <pc:sldMk cId="3491054406" sldId="265"/>
            <ac:spMk id="53" creationId="{633C639D-EF90-0CBC-2B6F-F4EB9CF0093E}"/>
          </ac:spMkLst>
        </pc:spChg>
        <pc:spChg chg="del">
          <ac:chgData name="Võ Ngọc Lan Chi" userId="e6ecff6c8856490d" providerId="LiveId" clId="{0D5F2108-5020-4D9B-894D-C00CEBABC27C}" dt="2026-08-08T07:53:30.267" v="1382" actId="478"/>
          <ac:spMkLst>
            <pc:docMk/>
            <pc:sldMk cId="3491054406" sldId="265"/>
            <ac:spMk id="54" creationId="{0A4E28AA-3C2E-7F53-6F8D-764A249FDDC3}"/>
          </ac:spMkLst>
        </pc:spChg>
        <pc:spChg chg="mod">
          <ac:chgData name="Võ Ngọc Lan Chi" userId="e6ecff6c8856490d" providerId="LiveId" clId="{0D5F2108-5020-4D9B-894D-C00CEBABC27C}" dt="2026-08-09T02:56:32.124" v="1558" actId="1076"/>
          <ac:spMkLst>
            <pc:docMk/>
            <pc:sldMk cId="3491054406" sldId="265"/>
            <ac:spMk id="55" creationId="{1C12551D-3244-713B-DB6D-CE43189C63AC}"/>
          </ac:spMkLst>
        </pc:spChg>
        <pc:spChg chg="del">
          <ac:chgData name="Võ Ngọc Lan Chi" userId="e6ecff6c8856490d" providerId="LiveId" clId="{0D5F2108-5020-4D9B-894D-C00CEBABC27C}" dt="2026-08-08T07:53:30.267" v="1382" actId="478"/>
          <ac:spMkLst>
            <pc:docMk/>
            <pc:sldMk cId="3491054406" sldId="265"/>
            <ac:spMk id="57" creationId="{45EF0AE0-EF2D-462D-5722-D42B21DF8C61}"/>
          </ac:spMkLst>
        </pc:spChg>
        <pc:spChg chg="del">
          <ac:chgData name="Võ Ngọc Lan Chi" userId="e6ecff6c8856490d" providerId="LiveId" clId="{0D5F2108-5020-4D9B-894D-C00CEBABC27C}" dt="2026-08-08T07:53:30.267" v="1382" actId="478"/>
          <ac:spMkLst>
            <pc:docMk/>
            <pc:sldMk cId="3491054406" sldId="265"/>
            <ac:spMk id="58" creationId="{13E560D7-9B28-C767-BEEB-AA8A96EA3374}"/>
          </ac:spMkLst>
        </pc:spChg>
        <pc:spChg chg="del">
          <ac:chgData name="Võ Ngọc Lan Chi" userId="e6ecff6c8856490d" providerId="LiveId" clId="{0D5F2108-5020-4D9B-894D-C00CEBABC27C}" dt="2026-08-08T07:53:30.267" v="1382" actId="478"/>
          <ac:spMkLst>
            <pc:docMk/>
            <pc:sldMk cId="3491054406" sldId="265"/>
            <ac:spMk id="59" creationId="{A935DBB6-8C86-3985-3B7A-4610E09DA5F1}"/>
          </ac:spMkLst>
        </pc:spChg>
        <pc:spChg chg="del">
          <ac:chgData name="Võ Ngọc Lan Chi" userId="e6ecff6c8856490d" providerId="LiveId" clId="{0D5F2108-5020-4D9B-894D-C00CEBABC27C}" dt="2026-08-08T07:53:30.267" v="1382" actId="478"/>
          <ac:spMkLst>
            <pc:docMk/>
            <pc:sldMk cId="3491054406" sldId="265"/>
            <ac:spMk id="60" creationId="{27BAB166-47EE-6A43-F23B-7F057303ADC6}"/>
          </ac:spMkLst>
        </pc:spChg>
        <pc:spChg chg="del">
          <ac:chgData name="Võ Ngọc Lan Chi" userId="e6ecff6c8856490d" providerId="LiveId" clId="{0D5F2108-5020-4D9B-894D-C00CEBABC27C}" dt="2026-08-08T07:53:30.267" v="1382" actId="478"/>
          <ac:spMkLst>
            <pc:docMk/>
            <pc:sldMk cId="3491054406" sldId="265"/>
            <ac:spMk id="61" creationId="{AB2EA8E9-44E9-0B2E-0D09-7C85C35776B0}"/>
          </ac:spMkLst>
        </pc:spChg>
        <pc:spChg chg="del">
          <ac:chgData name="Võ Ngọc Lan Chi" userId="e6ecff6c8856490d" providerId="LiveId" clId="{0D5F2108-5020-4D9B-894D-C00CEBABC27C}" dt="2026-08-08T07:53:30.267" v="1382" actId="478"/>
          <ac:spMkLst>
            <pc:docMk/>
            <pc:sldMk cId="3491054406" sldId="265"/>
            <ac:spMk id="62" creationId="{2344E920-BA9F-F45C-547C-A78B2FCA2BB3}"/>
          </ac:spMkLst>
        </pc:spChg>
        <pc:graphicFrameChg chg="add mod">
          <ac:chgData name="Võ Ngọc Lan Chi" userId="e6ecff6c8856490d" providerId="LiveId" clId="{0D5F2108-5020-4D9B-894D-C00CEBABC27C}" dt="2026-08-09T02:32:34.212" v="1416"/>
          <ac:graphicFrameMkLst>
            <pc:docMk/>
            <pc:sldMk cId="3491054406" sldId="265"/>
            <ac:graphicFrameMk id="2" creationId="{C1C31A53-966B-2FFC-C6A0-091F5CE2027A}"/>
          </ac:graphicFrameMkLst>
        </pc:graphicFrameChg>
        <pc:graphicFrameChg chg="add mod">
          <ac:chgData name="Võ Ngọc Lan Chi" userId="e6ecff6c8856490d" providerId="LiveId" clId="{0D5F2108-5020-4D9B-894D-C00CEBABC27C}" dt="2026-08-09T02:32:44.156" v="1417"/>
          <ac:graphicFrameMkLst>
            <pc:docMk/>
            <pc:sldMk cId="3491054406" sldId="265"/>
            <ac:graphicFrameMk id="3" creationId="{C620D83E-5727-0118-161E-53942B0D38B0}"/>
          </ac:graphicFrameMkLst>
        </pc:graphicFrameChg>
        <pc:graphicFrameChg chg="add del mod modGraphic">
          <ac:chgData name="Võ Ngọc Lan Chi" userId="e6ecff6c8856490d" providerId="LiveId" clId="{0D5F2108-5020-4D9B-894D-C00CEBABC27C}" dt="2026-08-09T02:33:33.428" v="1427" actId="478"/>
          <ac:graphicFrameMkLst>
            <pc:docMk/>
            <pc:sldMk cId="3491054406" sldId="265"/>
            <ac:graphicFrameMk id="4" creationId="{C7163A37-7FB1-6946-2FE7-767D193A25A2}"/>
          </ac:graphicFrameMkLst>
        </pc:graphicFrameChg>
        <pc:graphicFrameChg chg="add del mod modGraphic">
          <ac:chgData name="Võ Ngọc Lan Chi" userId="e6ecff6c8856490d" providerId="LiveId" clId="{0D5F2108-5020-4D9B-894D-C00CEBABC27C}" dt="2026-08-09T02:33:59.076" v="1430" actId="478"/>
          <ac:graphicFrameMkLst>
            <pc:docMk/>
            <pc:sldMk cId="3491054406" sldId="265"/>
            <ac:graphicFrameMk id="5" creationId="{F33B9DC9-8695-0C38-8F31-9D3E316E2F48}"/>
          </ac:graphicFrameMkLst>
        </pc:graphicFrameChg>
        <pc:graphicFrameChg chg="add del mod modGraphic">
          <ac:chgData name="Võ Ngọc Lan Chi" userId="e6ecff6c8856490d" providerId="LiveId" clId="{0D5F2108-5020-4D9B-894D-C00CEBABC27C}" dt="2026-08-09T02:34:46.165" v="1446" actId="478"/>
          <ac:graphicFrameMkLst>
            <pc:docMk/>
            <pc:sldMk cId="3491054406" sldId="265"/>
            <ac:graphicFrameMk id="6" creationId="{C7D54E0B-F455-09F8-6E6C-2282C62DF3C7}"/>
          </ac:graphicFrameMkLst>
        </pc:graphicFrameChg>
        <pc:graphicFrameChg chg="add del mod modGraphic">
          <ac:chgData name="Võ Ngọc Lan Chi" userId="e6ecff6c8856490d" providerId="LiveId" clId="{0D5F2108-5020-4D9B-894D-C00CEBABC27C}" dt="2026-08-09T02:35:55.805" v="1455" actId="478"/>
          <ac:graphicFrameMkLst>
            <pc:docMk/>
            <pc:sldMk cId="3491054406" sldId="265"/>
            <ac:graphicFrameMk id="7" creationId="{773187FB-826B-338D-1C72-2FB8EC49B5FF}"/>
          </ac:graphicFrameMkLst>
        </pc:graphicFrameChg>
        <pc:graphicFrameChg chg="add mod modGraphic">
          <ac:chgData name="Võ Ngọc Lan Chi" userId="e6ecff6c8856490d" providerId="LiveId" clId="{0D5F2108-5020-4D9B-894D-C00CEBABC27C}" dt="2026-08-09T02:53:13.567" v="1499" actId="1076"/>
          <ac:graphicFrameMkLst>
            <pc:docMk/>
            <pc:sldMk cId="3491054406" sldId="265"/>
            <ac:graphicFrameMk id="16" creationId="{D8EBC3A6-EF56-5B41-0B68-E1D51BD42420}"/>
          </ac:graphicFrameMkLst>
        </pc:graphicFrameChg>
        <pc:picChg chg="add del mod">
          <ac:chgData name="Võ Ngọc Lan Chi" userId="e6ecff6c8856490d" providerId="LiveId" clId="{0D5F2108-5020-4D9B-894D-C00CEBABC27C}" dt="2026-08-09T02:39:30.196" v="1459" actId="478"/>
          <ac:picMkLst>
            <pc:docMk/>
            <pc:sldMk cId="3491054406" sldId="265"/>
            <ac:picMk id="9" creationId="{5ED62E8A-E68E-EFF3-C54B-AFB8D6698054}"/>
          </ac:picMkLst>
        </pc:picChg>
        <pc:picChg chg="add del">
          <ac:chgData name="Võ Ngọc Lan Chi" userId="e6ecff6c8856490d" providerId="LiveId" clId="{0D5F2108-5020-4D9B-894D-C00CEBABC27C}" dt="2026-08-09T02:49:50.925" v="1471" actId="478"/>
          <ac:picMkLst>
            <pc:docMk/>
            <pc:sldMk cId="3491054406" sldId="265"/>
            <ac:picMk id="11" creationId="{1599319C-6E84-2416-2591-E4B60E4C079F}"/>
          </ac:picMkLst>
        </pc:picChg>
        <pc:picChg chg="add del">
          <ac:chgData name="Võ Ngọc Lan Chi" userId="e6ecff6c8856490d" providerId="LiveId" clId="{0D5F2108-5020-4D9B-894D-C00CEBABC27C}" dt="2026-08-09T02:50:31.939" v="1473" actId="478"/>
          <ac:picMkLst>
            <pc:docMk/>
            <pc:sldMk cId="3491054406" sldId="265"/>
            <ac:picMk id="13" creationId="{B7B112AF-853C-8A53-BE8B-76897A85D64C}"/>
          </ac:picMkLst>
        </pc:picChg>
        <pc:picChg chg="add del mod">
          <ac:chgData name="Võ Ngọc Lan Chi" userId="e6ecff6c8856490d" providerId="LiveId" clId="{0D5F2108-5020-4D9B-894D-C00CEBABC27C}" dt="2026-08-09T02:51:21.326" v="1480" actId="478"/>
          <ac:picMkLst>
            <pc:docMk/>
            <pc:sldMk cId="3491054406" sldId="265"/>
            <ac:picMk id="15" creationId="{6F0F9023-4F66-353C-3EBA-A53454FB7E4D}"/>
          </ac:picMkLst>
        </pc:picChg>
      </pc:sldChg>
      <pc:sldChg chg="modSp add mod modTransition">
        <pc:chgData name="Võ Ngọc Lan Chi" userId="e6ecff6c8856490d" providerId="LiveId" clId="{0D5F2108-5020-4D9B-894D-C00CEBABC27C}" dt="2026-08-09T15:45:27.006" v="3863"/>
        <pc:sldMkLst>
          <pc:docMk/>
          <pc:sldMk cId="2794673522" sldId="266"/>
        </pc:sldMkLst>
        <pc:spChg chg="mod">
          <ac:chgData name="Võ Ngọc Lan Chi" userId="e6ecff6c8856490d" providerId="LiveId" clId="{0D5F2108-5020-4D9B-894D-C00CEBABC27C}" dt="2026-08-09T03:15:38.381" v="1732" actId="122"/>
          <ac:spMkLst>
            <pc:docMk/>
            <pc:sldMk cId="2794673522" sldId="266"/>
            <ac:spMk id="17" creationId="{616323B8-E183-6F0A-3462-15CCF49B2CB4}"/>
          </ac:spMkLst>
        </pc:spChg>
        <pc:graphicFrameChg chg="mod modGraphic">
          <ac:chgData name="Võ Ngọc Lan Chi" userId="e6ecff6c8856490d" providerId="LiveId" clId="{0D5F2108-5020-4D9B-894D-C00CEBABC27C}" dt="2026-08-09T03:03:36.752" v="1573"/>
          <ac:graphicFrameMkLst>
            <pc:docMk/>
            <pc:sldMk cId="2794673522" sldId="266"/>
            <ac:graphicFrameMk id="16" creationId="{EF4BAB20-416C-CCB0-974C-797BC2ED3E17}"/>
          </ac:graphicFrameMkLst>
        </pc:graphicFrameChg>
      </pc:sldChg>
      <pc:sldChg chg="addSp delSp modSp add del mod">
        <pc:chgData name="Võ Ngọc Lan Chi" userId="e6ecff6c8856490d" providerId="LiveId" clId="{0D5F2108-5020-4D9B-894D-C00CEBABC27C}" dt="2026-08-09T02:51:23.626" v="1481" actId="2696"/>
        <pc:sldMkLst>
          <pc:docMk/>
          <pc:sldMk cId="3762464758" sldId="266"/>
        </pc:sldMkLst>
        <pc:picChg chg="add del">
          <ac:chgData name="Võ Ngọc Lan Chi" userId="e6ecff6c8856490d" providerId="LiveId" clId="{0D5F2108-5020-4D9B-894D-C00CEBABC27C}" dt="2026-08-09T02:40:32.945" v="1463" actId="22"/>
          <ac:picMkLst>
            <pc:docMk/>
            <pc:sldMk cId="3762464758" sldId="266"/>
            <ac:picMk id="3" creationId="{FBCDC565-C72B-14F5-1E3A-34FD672A7878}"/>
          </ac:picMkLst>
        </pc:picChg>
        <pc:picChg chg="add mod">
          <ac:chgData name="Võ Ngọc Lan Chi" userId="e6ecff6c8856490d" providerId="LiveId" clId="{0D5F2108-5020-4D9B-894D-C00CEBABC27C}" dt="2026-08-09T02:40:50.636" v="1469" actId="1076"/>
          <ac:picMkLst>
            <pc:docMk/>
            <pc:sldMk cId="3762464758" sldId="266"/>
            <ac:picMk id="5" creationId="{693C7657-EEB9-47E5-6C44-A767C1089FE1}"/>
          </ac:picMkLst>
        </pc:picChg>
        <pc:picChg chg="del">
          <ac:chgData name="Võ Ngọc Lan Chi" userId="e6ecff6c8856490d" providerId="LiveId" clId="{0D5F2108-5020-4D9B-894D-C00CEBABC27C}" dt="2026-08-09T02:40:33.893" v="1464" actId="478"/>
          <ac:picMkLst>
            <pc:docMk/>
            <pc:sldMk cId="3762464758" sldId="266"/>
            <ac:picMk id="11" creationId="{584A0C6E-490C-B984-CB18-2756A79392DF}"/>
          </ac:picMkLst>
        </pc:picChg>
      </pc:sldChg>
      <pc:sldChg chg="modSp add mod ord modTransition">
        <pc:chgData name="Võ Ngọc Lan Chi" userId="e6ecff6c8856490d" providerId="LiveId" clId="{0D5F2108-5020-4D9B-894D-C00CEBABC27C}" dt="2026-08-09T15:45:27.006" v="3863"/>
        <pc:sldMkLst>
          <pc:docMk/>
          <pc:sldMk cId="1634653089" sldId="267"/>
        </pc:sldMkLst>
        <pc:spChg chg="mod">
          <ac:chgData name="Võ Ngọc Lan Chi" userId="e6ecff6c8856490d" providerId="LiveId" clId="{0D5F2108-5020-4D9B-894D-C00CEBABC27C}" dt="2026-08-09T03:15:50.643" v="1742" actId="27636"/>
          <ac:spMkLst>
            <pc:docMk/>
            <pc:sldMk cId="1634653089" sldId="267"/>
            <ac:spMk id="17" creationId="{349ED99D-FCD0-90F8-4FB8-8015105E4F38}"/>
          </ac:spMkLst>
        </pc:spChg>
        <pc:graphicFrameChg chg="mod modGraphic">
          <ac:chgData name="Võ Ngọc Lan Chi" userId="e6ecff6c8856490d" providerId="LiveId" clId="{0D5F2108-5020-4D9B-894D-C00CEBABC27C}" dt="2026-08-09T03:06:38.458" v="1596" actId="2165"/>
          <ac:graphicFrameMkLst>
            <pc:docMk/>
            <pc:sldMk cId="1634653089" sldId="267"/>
            <ac:graphicFrameMk id="16" creationId="{E1DA5EBD-4AC3-7ACD-948C-97098A8DEE51}"/>
          </ac:graphicFrameMkLst>
        </pc:graphicFrameChg>
      </pc:sldChg>
      <pc:sldChg chg="add del">
        <pc:chgData name="Võ Ngọc Lan Chi" userId="e6ecff6c8856490d" providerId="LiveId" clId="{0D5F2108-5020-4D9B-894D-C00CEBABC27C}" dt="2026-08-09T02:51:25.327" v="1482" actId="2696"/>
        <pc:sldMkLst>
          <pc:docMk/>
          <pc:sldMk cId="2865658153" sldId="267"/>
        </pc:sldMkLst>
      </pc:sldChg>
      <pc:sldChg chg="modSp add mod modTransition">
        <pc:chgData name="Võ Ngọc Lan Chi" userId="e6ecff6c8856490d" providerId="LiveId" clId="{0D5F2108-5020-4D9B-894D-C00CEBABC27C}" dt="2026-08-09T15:45:27.006" v="3863"/>
        <pc:sldMkLst>
          <pc:docMk/>
          <pc:sldMk cId="15637947" sldId="268"/>
        </pc:sldMkLst>
        <pc:spChg chg="mod">
          <ac:chgData name="Võ Ngọc Lan Chi" userId="e6ecff6c8856490d" providerId="LiveId" clId="{0D5F2108-5020-4D9B-894D-C00CEBABC27C}" dt="2026-08-09T03:15:27.991" v="1729" actId="122"/>
          <ac:spMkLst>
            <pc:docMk/>
            <pc:sldMk cId="15637947" sldId="268"/>
            <ac:spMk id="17" creationId="{173A3540-12B6-90A8-5D5B-3E104027D46F}"/>
          </ac:spMkLst>
        </pc:spChg>
        <pc:graphicFrameChg chg="mod modGraphic">
          <ac:chgData name="Võ Ngọc Lan Chi" userId="e6ecff6c8856490d" providerId="LiveId" clId="{0D5F2108-5020-4D9B-894D-C00CEBABC27C}" dt="2026-08-09T03:14:36.511" v="1700" actId="1076"/>
          <ac:graphicFrameMkLst>
            <pc:docMk/>
            <pc:sldMk cId="15637947" sldId="268"/>
            <ac:graphicFrameMk id="16" creationId="{F9A439A2-1AFE-F67B-ED28-BE399BE5404B}"/>
          </ac:graphicFrameMkLst>
        </pc:graphicFrameChg>
      </pc:sldChg>
      <pc:sldChg chg="addSp delSp modSp add mod modTransition">
        <pc:chgData name="Võ Ngọc Lan Chi" userId="e6ecff6c8856490d" providerId="LiveId" clId="{0D5F2108-5020-4D9B-894D-C00CEBABC27C}" dt="2026-08-09T15:45:27.006" v="3863"/>
        <pc:sldMkLst>
          <pc:docMk/>
          <pc:sldMk cId="573980709" sldId="269"/>
        </pc:sldMkLst>
        <pc:spChg chg="mod">
          <ac:chgData name="Võ Ngọc Lan Chi" userId="e6ecff6c8856490d" providerId="LiveId" clId="{0D5F2108-5020-4D9B-894D-C00CEBABC27C}" dt="2026-08-09T03:15:24.861" v="1728" actId="122"/>
          <ac:spMkLst>
            <pc:docMk/>
            <pc:sldMk cId="573980709" sldId="269"/>
            <ac:spMk id="17" creationId="{E5FCCCE3-CED7-32A3-6041-062ADC1F94D3}"/>
          </ac:spMkLst>
        </pc:spChg>
        <pc:graphicFrameChg chg="add mod modGraphic">
          <ac:chgData name="Võ Ngọc Lan Chi" userId="e6ecff6c8856490d" providerId="LiveId" clId="{0D5F2108-5020-4D9B-894D-C00CEBABC27C}" dt="2026-08-09T03:14:17.524" v="1699" actId="1076"/>
          <ac:graphicFrameMkLst>
            <pc:docMk/>
            <pc:sldMk cId="573980709" sldId="269"/>
            <ac:graphicFrameMk id="2" creationId="{D565E304-9F56-60E0-0B8E-CF257F3A44AD}"/>
          </ac:graphicFrameMkLst>
        </pc:graphicFrameChg>
        <pc:graphicFrameChg chg="add mod modGraphic">
          <ac:chgData name="Võ Ngọc Lan Chi" userId="e6ecff6c8856490d" providerId="LiveId" clId="{0D5F2108-5020-4D9B-894D-C00CEBABC27C}" dt="2026-08-09T03:14:17.524" v="1699" actId="1076"/>
          <ac:graphicFrameMkLst>
            <pc:docMk/>
            <pc:sldMk cId="573980709" sldId="269"/>
            <ac:graphicFrameMk id="3" creationId="{9518B180-99EE-96DF-C5EA-57CF220E006A}"/>
          </ac:graphicFrameMkLst>
        </pc:graphicFrameChg>
        <pc:graphicFrameChg chg="add mod modGraphic">
          <ac:chgData name="Võ Ngọc Lan Chi" userId="e6ecff6c8856490d" providerId="LiveId" clId="{0D5F2108-5020-4D9B-894D-C00CEBABC27C}" dt="2026-08-09T03:14:17.524" v="1699" actId="1076"/>
          <ac:graphicFrameMkLst>
            <pc:docMk/>
            <pc:sldMk cId="573980709" sldId="269"/>
            <ac:graphicFrameMk id="4" creationId="{5B286445-4C0A-50CA-5170-3FD1DF56626A}"/>
          </ac:graphicFrameMkLst>
        </pc:graphicFrameChg>
        <pc:graphicFrameChg chg="del">
          <ac:chgData name="Võ Ngọc Lan Chi" userId="e6ecff6c8856490d" providerId="LiveId" clId="{0D5F2108-5020-4D9B-894D-C00CEBABC27C}" dt="2026-08-09T03:12:15.358" v="1650" actId="478"/>
          <ac:graphicFrameMkLst>
            <pc:docMk/>
            <pc:sldMk cId="573980709" sldId="269"/>
            <ac:graphicFrameMk id="16" creationId="{6AD20D22-B34B-CEF1-9DEA-814237D3A78C}"/>
          </ac:graphicFrameMkLst>
        </pc:graphicFrameChg>
      </pc:sldChg>
      <pc:sldChg chg="addSp delSp modSp add mod modTransition">
        <pc:chgData name="Võ Ngọc Lan Chi" userId="e6ecff6c8856490d" providerId="LiveId" clId="{0D5F2108-5020-4D9B-894D-C00CEBABC27C}" dt="2026-08-09T15:45:27.006" v="3863"/>
        <pc:sldMkLst>
          <pc:docMk/>
          <pc:sldMk cId="2317190378" sldId="270"/>
        </pc:sldMkLst>
        <pc:spChg chg="mod">
          <ac:chgData name="Võ Ngọc Lan Chi" userId="e6ecff6c8856490d" providerId="LiveId" clId="{0D5F2108-5020-4D9B-894D-C00CEBABC27C}" dt="2026-08-09T03:19:11.292" v="1769" actId="207"/>
          <ac:spMkLst>
            <pc:docMk/>
            <pc:sldMk cId="2317190378" sldId="270"/>
            <ac:spMk id="17" creationId="{53C7D546-2AF3-78C0-CD77-FE8E723AC2F5}"/>
          </ac:spMkLst>
        </pc:spChg>
        <pc:graphicFrameChg chg="del">
          <ac:chgData name="Võ Ngọc Lan Chi" userId="e6ecff6c8856490d" providerId="LiveId" clId="{0D5F2108-5020-4D9B-894D-C00CEBABC27C}" dt="2026-08-09T03:15:03.162" v="1702" actId="478"/>
          <ac:graphicFrameMkLst>
            <pc:docMk/>
            <pc:sldMk cId="2317190378" sldId="270"/>
            <ac:graphicFrameMk id="2" creationId="{EF04B234-3F9F-4FE2-A188-43A41A976565}"/>
          </ac:graphicFrameMkLst>
        </pc:graphicFrameChg>
        <pc:graphicFrameChg chg="del">
          <ac:chgData name="Võ Ngọc Lan Chi" userId="e6ecff6c8856490d" providerId="LiveId" clId="{0D5F2108-5020-4D9B-894D-C00CEBABC27C}" dt="2026-08-09T03:15:03.162" v="1702" actId="478"/>
          <ac:graphicFrameMkLst>
            <pc:docMk/>
            <pc:sldMk cId="2317190378" sldId="270"/>
            <ac:graphicFrameMk id="3" creationId="{7FB15ADF-4785-884D-F26F-F9599372673B}"/>
          </ac:graphicFrameMkLst>
        </pc:graphicFrameChg>
        <pc:graphicFrameChg chg="del">
          <ac:chgData name="Võ Ngọc Lan Chi" userId="e6ecff6c8856490d" providerId="LiveId" clId="{0D5F2108-5020-4D9B-894D-C00CEBABC27C}" dt="2026-08-09T03:15:03.162" v="1702" actId="478"/>
          <ac:graphicFrameMkLst>
            <pc:docMk/>
            <pc:sldMk cId="2317190378" sldId="270"/>
            <ac:graphicFrameMk id="4" creationId="{0B8B4B12-F65D-573F-AB50-BD0C08F54E47}"/>
          </ac:graphicFrameMkLst>
        </pc:graphicFrameChg>
        <pc:picChg chg="add mod modCrop">
          <ac:chgData name="Võ Ngọc Lan Chi" userId="e6ecff6c8856490d" providerId="LiveId" clId="{0D5F2108-5020-4D9B-894D-C00CEBABC27C}" dt="2026-08-09T04:05:45.645" v="2431" actId="1076"/>
          <ac:picMkLst>
            <pc:docMk/>
            <pc:sldMk cId="2317190378" sldId="270"/>
            <ac:picMk id="5" creationId="{DCB4D6A1-9C7E-C35A-89BF-05556DA66867}"/>
          </ac:picMkLst>
        </pc:picChg>
      </pc:sldChg>
      <pc:sldChg chg="addSp delSp modSp add mod ord modTransition">
        <pc:chgData name="Võ Ngọc Lan Chi" userId="e6ecff6c8856490d" providerId="LiveId" clId="{0D5F2108-5020-4D9B-894D-C00CEBABC27C}" dt="2026-08-09T15:45:27.006" v="3863"/>
        <pc:sldMkLst>
          <pc:docMk/>
          <pc:sldMk cId="575056842" sldId="271"/>
        </pc:sldMkLst>
        <pc:spChg chg="add mod">
          <ac:chgData name="Võ Ngọc Lan Chi" userId="e6ecff6c8856490d" providerId="LiveId" clId="{0D5F2108-5020-4D9B-894D-C00CEBABC27C}" dt="2026-08-09T15:14:32.402" v="3408" actId="1076"/>
          <ac:spMkLst>
            <pc:docMk/>
            <pc:sldMk cId="575056842" sldId="271"/>
            <ac:spMk id="3" creationId="{CFB94E2C-0844-AAC0-B7B1-00F62D1C08D1}"/>
          </ac:spMkLst>
        </pc:spChg>
        <pc:spChg chg="add mod">
          <ac:chgData name="Võ Ngọc Lan Chi" userId="e6ecff6c8856490d" providerId="LiveId" clId="{0D5F2108-5020-4D9B-894D-C00CEBABC27C}" dt="2026-08-09T15:14:32.402" v="3408" actId="1076"/>
          <ac:spMkLst>
            <pc:docMk/>
            <pc:sldMk cId="575056842" sldId="271"/>
            <ac:spMk id="5" creationId="{5A5C19CC-C244-E65D-CAA9-79CF5E2A7478}"/>
          </ac:spMkLst>
        </pc:spChg>
        <pc:spChg chg="add mod">
          <ac:chgData name="Võ Ngọc Lan Chi" userId="e6ecff6c8856490d" providerId="LiveId" clId="{0D5F2108-5020-4D9B-894D-C00CEBABC27C}" dt="2026-08-09T15:13:01.688" v="3382"/>
          <ac:spMkLst>
            <pc:docMk/>
            <pc:sldMk cId="575056842" sldId="271"/>
            <ac:spMk id="7" creationId="{0632DADE-20AC-BC1E-9586-8B6F969FEF21}"/>
          </ac:spMkLst>
        </pc:spChg>
        <pc:spChg chg="del">
          <ac:chgData name="Võ Ngọc Lan Chi" userId="e6ecff6c8856490d" providerId="LiveId" clId="{0D5F2108-5020-4D9B-894D-C00CEBABC27C}" dt="2026-08-09T15:07:38.214" v="3353" actId="478"/>
          <ac:spMkLst>
            <pc:docMk/>
            <pc:sldMk cId="575056842" sldId="271"/>
            <ac:spMk id="52" creationId="{C267D64A-EA47-EDC1-EE04-955C2EB4D4F9}"/>
          </ac:spMkLst>
        </pc:spChg>
        <pc:spChg chg="del">
          <ac:chgData name="Võ Ngọc Lan Chi" userId="e6ecff6c8856490d" providerId="LiveId" clId="{0D5F2108-5020-4D9B-894D-C00CEBABC27C}" dt="2026-08-09T15:07:38.214" v="3353" actId="478"/>
          <ac:spMkLst>
            <pc:docMk/>
            <pc:sldMk cId="575056842" sldId="271"/>
            <ac:spMk id="53" creationId="{8D47E3FF-7206-A97C-0854-BB8A7F9D5CC9}"/>
          </ac:spMkLst>
        </pc:spChg>
        <pc:spChg chg="del">
          <ac:chgData name="Võ Ngọc Lan Chi" userId="e6ecff6c8856490d" providerId="LiveId" clId="{0D5F2108-5020-4D9B-894D-C00CEBABC27C}" dt="2026-08-09T15:07:38.214" v="3353" actId="478"/>
          <ac:spMkLst>
            <pc:docMk/>
            <pc:sldMk cId="575056842" sldId="271"/>
            <ac:spMk id="54" creationId="{F8CDCC4D-3322-8AF3-E974-A7DC484B69A8}"/>
          </ac:spMkLst>
        </pc:spChg>
        <pc:spChg chg="mod">
          <ac:chgData name="Võ Ngọc Lan Chi" userId="e6ecff6c8856490d" providerId="LiveId" clId="{0D5F2108-5020-4D9B-894D-C00CEBABC27C}" dt="2026-08-09T15:14:24.373" v="3407" actId="12788"/>
          <ac:spMkLst>
            <pc:docMk/>
            <pc:sldMk cId="575056842" sldId="271"/>
            <ac:spMk id="55" creationId="{1BCBA26B-D1D6-E2AB-117A-09B0DD8FAF4F}"/>
          </ac:spMkLst>
        </pc:spChg>
        <pc:spChg chg="del">
          <ac:chgData name="Võ Ngọc Lan Chi" userId="e6ecff6c8856490d" providerId="LiveId" clId="{0D5F2108-5020-4D9B-894D-C00CEBABC27C}" dt="2026-08-09T15:07:38.214" v="3353" actId="478"/>
          <ac:spMkLst>
            <pc:docMk/>
            <pc:sldMk cId="575056842" sldId="271"/>
            <ac:spMk id="57" creationId="{BE1E3194-F3FE-6B20-F738-5999BA6A7B3F}"/>
          </ac:spMkLst>
        </pc:spChg>
        <pc:spChg chg="del">
          <ac:chgData name="Võ Ngọc Lan Chi" userId="e6ecff6c8856490d" providerId="LiveId" clId="{0D5F2108-5020-4D9B-894D-C00CEBABC27C}" dt="2026-08-09T15:07:38.214" v="3353" actId="478"/>
          <ac:spMkLst>
            <pc:docMk/>
            <pc:sldMk cId="575056842" sldId="271"/>
            <ac:spMk id="58" creationId="{593839B1-7EA8-579B-2846-E2C0222974F0}"/>
          </ac:spMkLst>
        </pc:spChg>
        <pc:spChg chg="del">
          <ac:chgData name="Võ Ngọc Lan Chi" userId="e6ecff6c8856490d" providerId="LiveId" clId="{0D5F2108-5020-4D9B-894D-C00CEBABC27C}" dt="2026-08-09T15:07:38.214" v="3353" actId="478"/>
          <ac:spMkLst>
            <pc:docMk/>
            <pc:sldMk cId="575056842" sldId="271"/>
            <ac:spMk id="59" creationId="{6654FC8E-28A6-1F7F-04A4-82CAE584C82F}"/>
          </ac:spMkLst>
        </pc:spChg>
        <pc:spChg chg="del">
          <ac:chgData name="Võ Ngọc Lan Chi" userId="e6ecff6c8856490d" providerId="LiveId" clId="{0D5F2108-5020-4D9B-894D-C00CEBABC27C}" dt="2026-08-09T15:07:38.214" v="3353" actId="478"/>
          <ac:spMkLst>
            <pc:docMk/>
            <pc:sldMk cId="575056842" sldId="271"/>
            <ac:spMk id="60" creationId="{D20C0748-9A6F-BB26-4B9A-316EBF98462D}"/>
          </ac:spMkLst>
        </pc:spChg>
        <pc:spChg chg="del">
          <ac:chgData name="Võ Ngọc Lan Chi" userId="e6ecff6c8856490d" providerId="LiveId" clId="{0D5F2108-5020-4D9B-894D-C00CEBABC27C}" dt="2026-08-09T15:07:38.214" v="3353" actId="478"/>
          <ac:spMkLst>
            <pc:docMk/>
            <pc:sldMk cId="575056842" sldId="271"/>
            <ac:spMk id="61" creationId="{72D3E168-7893-0DB8-A9F6-BB68F67B7E5F}"/>
          </ac:spMkLst>
        </pc:spChg>
        <pc:spChg chg="del">
          <ac:chgData name="Võ Ngọc Lan Chi" userId="e6ecff6c8856490d" providerId="LiveId" clId="{0D5F2108-5020-4D9B-894D-C00CEBABC27C}" dt="2026-08-09T15:07:38.214" v="3353" actId="478"/>
          <ac:spMkLst>
            <pc:docMk/>
            <pc:sldMk cId="575056842" sldId="271"/>
            <ac:spMk id="62" creationId="{E6AFAF15-D7C5-8475-4ABB-9E28BF7BECA8}"/>
          </ac:spMkLst>
        </pc:spChg>
        <pc:graphicFrameChg chg="add mod modGraphic">
          <ac:chgData name="Võ Ngọc Lan Chi" userId="e6ecff6c8856490d" providerId="LiveId" clId="{0D5F2108-5020-4D9B-894D-C00CEBABC27C}" dt="2026-08-09T15:22:20.384" v="3523" actId="122"/>
          <ac:graphicFrameMkLst>
            <pc:docMk/>
            <pc:sldMk cId="575056842" sldId="271"/>
            <ac:graphicFrameMk id="2" creationId="{91423FD3-0960-78D1-B451-59712101952A}"/>
          </ac:graphicFrameMkLst>
        </pc:graphicFrameChg>
        <pc:graphicFrameChg chg="add mod modGraphic">
          <ac:chgData name="Võ Ngọc Lan Chi" userId="e6ecff6c8856490d" providerId="LiveId" clId="{0D5F2108-5020-4D9B-894D-C00CEBABC27C}" dt="2026-08-09T15:14:32.402" v="3408" actId="1076"/>
          <ac:graphicFrameMkLst>
            <pc:docMk/>
            <pc:sldMk cId="575056842" sldId="271"/>
            <ac:graphicFrameMk id="4" creationId="{4AA2156E-7E55-93B9-6DAF-C76119581839}"/>
          </ac:graphicFrameMkLst>
        </pc:graphicFrameChg>
        <pc:graphicFrameChg chg="add mod">
          <ac:chgData name="Võ Ngọc Lan Chi" userId="e6ecff6c8856490d" providerId="LiveId" clId="{0D5F2108-5020-4D9B-894D-C00CEBABC27C}" dt="2026-08-09T15:13:01.688" v="3382"/>
          <ac:graphicFrameMkLst>
            <pc:docMk/>
            <pc:sldMk cId="575056842" sldId="271"/>
            <ac:graphicFrameMk id="6" creationId="{16831C0E-A725-D662-00C4-F5E746C59880}"/>
          </ac:graphicFrameMkLst>
        </pc:graphicFrameChg>
      </pc:sldChg>
      <pc:sldChg chg="modSp add mod modTransition">
        <pc:chgData name="Võ Ngọc Lan Chi" userId="e6ecff6c8856490d" providerId="LiveId" clId="{0D5F2108-5020-4D9B-894D-C00CEBABC27C}" dt="2026-08-09T15:45:27.006" v="3863"/>
        <pc:sldMkLst>
          <pc:docMk/>
          <pc:sldMk cId="3688258045" sldId="272"/>
        </pc:sldMkLst>
        <pc:spChg chg="mod">
          <ac:chgData name="Võ Ngọc Lan Chi" userId="e6ecff6c8856490d" providerId="LiveId" clId="{0D5F2108-5020-4D9B-894D-C00CEBABC27C}" dt="2026-08-09T06:54:40.933" v="2466" actId="1076"/>
          <ac:spMkLst>
            <pc:docMk/>
            <pc:sldMk cId="3688258045" sldId="272"/>
            <ac:spMk id="55" creationId="{2168BCA9-5F4E-4B91-ACD2-122565F2B117}"/>
          </ac:spMkLst>
        </pc:spChg>
        <pc:spChg chg="mod">
          <ac:chgData name="Võ Ngọc Lan Chi" userId="e6ecff6c8856490d" providerId="LiveId" clId="{0D5F2108-5020-4D9B-894D-C00CEBABC27C}" dt="2026-08-09T06:54:36.076" v="2465" actId="14100"/>
          <ac:spMkLst>
            <pc:docMk/>
            <pc:sldMk cId="3688258045" sldId="272"/>
            <ac:spMk id="118" creationId="{84264F26-449E-07BC-A920-2D58435C3E10}"/>
          </ac:spMkLst>
        </pc:spChg>
      </pc:sldChg>
      <pc:sldChg chg="addSp delSp modSp add mod modTransition">
        <pc:chgData name="Võ Ngọc Lan Chi" userId="e6ecff6c8856490d" providerId="LiveId" clId="{0D5F2108-5020-4D9B-894D-C00CEBABC27C}" dt="2026-08-09T15:45:27.006" v="3863"/>
        <pc:sldMkLst>
          <pc:docMk/>
          <pc:sldMk cId="2915897100" sldId="273"/>
        </pc:sldMkLst>
        <pc:spChg chg="mod topLvl">
          <ac:chgData name="Võ Ngọc Lan Chi" userId="e6ecff6c8856490d" providerId="LiveId" clId="{0D5F2108-5020-4D9B-894D-C00CEBABC27C}" dt="2026-08-09T07:26:59.215" v="3031" actId="164"/>
          <ac:spMkLst>
            <pc:docMk/>
            <pc:sldMk cId="2915897100" sldId="273"/>
            <ac:spMk id="4" creationId="{9145229F-F2E1-CBF8-23BA-4F7412BC020E}"/>
          </ac:spMkLst>
        </pc:spChg>
        <pc:spChg chg="mod topLvl">
          <ac:chgData name="Võ Ngọc Lan Chi" userId="e6ecff6c8856490d" providerId="LiveId" clId="{0D5F2108-5020-4D9B-894D-C00CEBABC27C}" dt="2026-08-09T07:31:41.157" v="3148" actId="255"/>
          <ac:spMkLst>
            <pc:docMk/>
            <pc:sldMk cId="2915897100" sldId="273"/>
            <ac:spMk id="5" creationId="{A1E8DB98-B356-9FD5-036F-8C408A727A75}"/>
          </ac:spMkLst>
        </pc:spChg>
        <pc:spChg chg="del mod topLvl">
          <ac:chgData name="Võ Ngọc Lan Chi" userId="e6ecff6c8856490d" providerId="LiveId" clId="{0D5F2108-5020-4D9B-894D-C00CEBABC27C}" dt="2026-08-09T07:22:50.966" v="2950" actId="478"/>
          <ac:spMkLst>
            <pc:docMk/>
            <pc:sldMk cId="2915897100" sldId="273"/>
            <ac:spMk id="6" creationId="{844C58F2-95A7-4AB6-0F41-7C5A3A8D5BF8}"/>
          </ac:spMkLst>
        </pc:spChg>
        <pc:spChg chg="mod topLvl">
          <ac:chgData name="Võ Ngọc Lan Chi" userId="e6ecff6c8856490d" providerId="LiveId" clId="{0D5F2108-5020-4D9B-894D-C00CEBABC27C}" dt="2026-08-09T07:26:59.215" v="3031" actId="164"/>
          <ac:spMkLst>
            <pc:docMk/>
            <pc:sldMk cId="2915897100" sldId="273"/>
            <ac:spMk id="7" creationId="{295B2ECC-7118-ACFC-3897-394E3B9D8E83}"/>
          </ac:spMkLst>
        </pc:spChg>
        <pc:spChg chg="add del mod topLvl">
          <ac:chgData name="Võ Ngọc Lan Chi" userId="e6ecff6c8856490d" providerId="LiveId" clId="{0D5F2108-5020-4D9B-894D-C00CEBABC27C}" dt="2026-08-09T07:26:59.215" v="3031" actId="164"/>
          <ac:spMkLst>
            <pc:docMk/>
            <pc:sldMk cId="2915897100" sldId="273"/>
            <ac:spMk id="11" creationId="{2BBF399E-5E07-BFB2-3D50-7E1BF0BC2716}"/>
          </ac:spMkLst>
        </pc:spChg>
        <pc:spChg chg="mod">
          <ac:chgData name="Võ Ngọc Lan Chi" userId="e6ecff6c8856490d" providerId="LiveId" clId="{0D5F2108-5020-4D9B-894D-C00CEBABC27C}" dt="2026-08-09T07:26:59.215" v="3031" actId="164"/>
          <ac:spMkLst>
            <pc:docMk/>
            <pc:sldMk cId="2915897100" sldId="273"/>
            <ac:spMk id="12" creationId="{D057B446-0EED-384D-C8EE-56462D35D40D}"/>
          </ac:spMkLst>
        </pc:spChg>
        <pc:spChg chg="del">
          <ac:chgData name="Võ Ngọc Lan Chi" userId="e6ecff6c8856490d" providerId="LiveId" clId="{0D5F2108-5020-4D9B-894D-C00CEBABC27C}" dt="2026-08-09T07:24:31.745" v="2985" actId="478"/>
          <ac:spMkLst>
            <pc:docMk/>
            <pc:sldMk cId="2915897100" sldId="273"/>
            <ac:spMk id="16" creationId="{F810AB7D-C19C-C925-30E8-B2C8C68604D0}"/>
          </ac:spMkLst>
        </pc:spChg>
        <pc:spChg chg="mod topLvl">
          <ac:chgData name="Võ Ngọc Lan Chi" userId="e6ecff6c8856490d" providerId="LiveId" clId="{0D5F2108-5020-4D9B-894D-C00CEBABC27C}" dt="2026-08-09T07:26:59.215" v="3031" actId="164"/>
          <ac:spMkLst>
            <pc:docMk/>
            <pc:sldMk cId="2915897100" sldId="273"/>
            <ac:spMk id="18" creationId="{DCC86390-629B-E926-519B-A0F385BF8F23}"/>
          </ac:spMkLst>
        </pc:spChg>
        <pc:spChg chg="mod topLvl">
          <ac:chgData name="Võ Ngọc Lan Chi" userId="e6ecff6c8856490d" providerId="LiveId" clId="{0D5F2108-5020-4D9B-894D-C00CEBABC27C}" dt="2026-08-09T07:26:59.215" v="3031" actId="164"/>
          <ac:spMkLst>
            <pc:docMk/>
            <pc:sldMk cId="2915897100" sldId="273"/>
            <ac:spMk id="31" creationId="{A6F9A62D-CA9A-E9E5-D732-0A5E7F39082A}"/>
          </ac:spMkLst>
        </pc:spChg>
        <pc:spChg chg="mod">
          <ac:chgData name="Võ Ngọc Lan Chi" userId="e6ecff6c8856490d" providerId="LiveId" clId="{0D5F2108-5020-4D9B-894D-C00CEBABC27C}" dt="2026-08-09T07:26:26.321" v="3030" actId="1036"/>
          <ac:spMkLst>
            <pc:docMk/>
            <pc:sldMk cId="2915897100" sldId="273"/>
            <ac:spMk id="33" creationId="{758DCF46-B46E-3440-6D0A-66069693437F}"/>
          </ac:spMkLst>
        </pc:spChg>
        <pc:spChg chg="mod topLvl">
          <ac:chgData name="Võ Ngọc Lan Chi" userId="e6ecff6c8856490d" providerId="LiveId" clId="{0D5F2108-5020-4D9B-894D-C00CEBABC27C}" dt="2026-08-09T07:26:59.215" v="3031" actId="164"/>
          <ac:spMkLst>
            <pc:docMk/>
            <pc:sldMk cId="2915897100" sldId="273"/>
            <ac:spMk id="34" creationId="{76A0B028-3A4B-15C8-D946-A8E2B4BC39C0}"/>
          </ac:spMkLst>
        </pc:spChg>
        <pc:spChg chg="mod">
          <ac:chgData name="Võ Ngọc Lan Chi" userId="e6ecff6c8856490d" providerId="LiveId" clId="{0D5F2108-5020-4D9B-894D-C00CEBABC27C}" dt="2026-08-09T07:26:59.215" v="3031" actId="164"/>
          <ac:spMkLst>
            <pc:docMk/>
            <pc:sldMk cId="2915897100" sldId="273"/>
            <ac:spMk id="35" creationId="{2405EE40-9367-83E1-3172-E2D347A14EF7}"/>
          </ac:spMkLst>
        </pc:spChg>
        <pc:spChg chg="mod">
          <ac:chgData name="Võ Ngọc Lan Chi" userId="e6ecff6c8856490d" providerId="LiveId" clId="{0D5F2108-5020-4D9B-894D-C00CEBABC27C}" dt="2026-08-09T07:25:36.359" v="3001" actId="1076"/>
          <ac:spMkLst>
            <pc:docMk/>
            <pc:sldMk cId="2915897100" sldId="273"/>
            <ac:spMk id="37" creationId="{ACFE876C-1C92-8489-AA5D-11BF19D69E65}"/>
          </ac:spMkLst>
        </pc:spChg>
        <pc:spChg chg="del mod topLvl">
          <ac:chgData name="Võ Ngọc Lan Chi" userId="e6ecff6c8856490d" providerId="LiveId" clId="{0D5F2108-5020-4D9B-894D-C00CEBABC27C}" dt="2026-08-09T07:25:03.830" v="2995" actId="478"/>
          <ac:spMkLst>
            <pc:docMk/>
            <pc:sldMk cId="2915897100" sldId="273"/>
            <ac:spMk id="43" creationId="{B71970F7-AFF2-2359-25E7-2DAA3CD58AB2}"/>
          </ac:spMkLst>
        </pc:spChg>
        <pc:spChg chg="del mod topLvl">
          <ac:chgData name="Võ Ngọc Lan Chi" userId="e6ecff6c8856490d" providerId="LiveId" clId="{0D5F2108-5020-4D9B-894D-C00CEBABC27C}" dt="2026-08-09T07:25:01.868" v="2994" actId="478"/>
          <ac:spMkLst>
            <pc:docMk/>
            <pc:sldMk cId="2915897100" sldId="273"/>
            <ac:spMk id="47" creationId="{2CF7B73C-1D3D-D199-E1BE-0BF935D63A50}"/>
          </ac:spMkLst>
        </pc:spChg>
        <pc:spChg chg="add mod">
          <ac:chgData name="Võ Ngọc Lan Chi" userId="e6ecff6c8856490d" providerId="LiveId" clId="{0D5F2108-5020-4D9B-894D-C00CEBABC27C}" dt="2026-08-09T07:26:59.215" v="3031" actId="164"/>
          <ac:spMkLst>
            <pc:docMk/>
            <pc:sldMk cId="2915897100" sldId="273"/>
            <ac:spMk id="51" creationId="{92F1C0EF-2BBC-ED1E-A3F1-C95E5F5238FA}"/>
          </ac:spMkLst>
        </pc:spChg>
        <pc:spChg chg="mod">
          <ac:chgData name="Võ Ngọc Lan Chi" userId="e6ecff6c8856490d" providerId="LiveId" clId="{0D5F2108-5020-4D9B-894D-C00CEBABC27C}" dt="2026-08-09T07:30:25.126" v="3139" actId="1036"/>
          <ac:spMkLst>
            <pc:docMk/>
            <pc:sldMk cId="2915897100" sldId="273"/>
            <ac:spMk id="58" creationId="{5402CBBE-5206-425A-814F-F640654E623F}"/>
          </ac:spMkLst>
        </pc:spChg>
        <pc:spChg chg="mod">
          <ac:chgData name="Võ Ngọc Lan Chi" userId="e6ecff6c8856490d" providerId="LiveId" clId="{0D5F2108-5020-4D9B-894D-C00CEBABC27C}" dt="2026-08-09T07:27:40.472" v="3039"/>
          <ac:spMkLst>
            <pc:docMk/>
            <pc:sldMk cId="2915897100" sldId="273"/>
            <ac:spMk id="60" creationId="{3D607FC2-8F78-5A1C-27BD-303E2C94A2EB}"/>
          </ac:spMkLst>
        </pc:spChg>
        <pc:spChg chg="mod">
          <ac:chgData name="Võ Ngọc Lan Chi" userId="e6ecff6c8856490d" providerId="LiveId" clId="{0D5F2108-5020-4D9B-894D-C00CEBABC27C}" dt="2026-08-09T07:31:47.610" v="3149" actId="255"/>
          <ac:spMkLst>
            <pc:docMk/>
            <pc:sldMk cId="2915897100" sldId="273"/>
            <ac:spMk id="61" creationId="{067AF30C-18AF-9031-4399-969941E2FE23}"/>
          </ac:spMkLst>
        </pc:spChg>
        <pc:spChg chg="mod">
          <ac:chgData name="Võ Ngọc Lan Chi" userId="e6ecff6c8856490d" providerId="LiveId" clId="{0D5F2108-5020-4D9B-894D-C00CEBABC27C}" dt="2026-08-09T07:27:40.472" v="3039"/>
          <ac:spMkLst>
            <pc:docMk/>
            <pc:sldMk cId="2915897100" sldId="273"/>
            <ac:spMk id="62" creationId="{F0D865B1-92C3-B95B-CE89-FEB783BCB86A}"/>
          </ac:spMkLst>
        </pc:spChg>
        <pc:spChg chg="mod">
          <ac:chgData name="Võ Ngọc Lan Chi" userId="e6ecff6c8856490d" providerId="LiveId" clId="{0D5F2108-5020-4D9B-894D-C00CEBABC27C}" dt="2026-08-09T07:27:40.472" v="3039"/>
          <ac:spMkLst>
            <pc:docMk/>
            <pc:sldMk cId="2915897100" sldId="273"/>
            <ac:spMk id="66" creationId="{D71883CF-6678-8479-562A-2002D64B2E9D}"/>
          </ac:spMkLst>
        </pc:spChg>
        <pc:spChg chg="mod">
          <ac:chgData name="Võ Ngọc Lan Chi" userId="e6ecff6c8856490d" providerId="LiveId" clId="{0D5F2108-5020-4D9B-894D-C00CEBABC27C}" dt="2026-08-09T07:27:40.472" v="3039"/>
          <ac:spMkLst>
            <pc:docMk/>
            <pc:sldMk cId="2915897100" sldId="273"/>
            <ac:spMk id="68" creationId="{55FE5626-D75D-CB4C-C83A-B722E20E8522}"/>
          </ac:spMkLst>
        </pc:spChg>
        <pc:spChg chg="mod">
          <ac:chgData name="Võ Ngọc Lan Chi" userId="e6ecff6c8856490d" providerId="LiveId" clId="{0D5F2108-5020-4D9B-894D-C00CEBABC27C}" dt="2026-08-09T07:27:40.472" v="3039"/>
          <ac:spMkLst>
            <pc:docMk/>
            <pc:sldMk cId="2915897100" sldId="273"/>
            <ac:spMk id="69" creationId="{F238FD9F-508C-101C-1853-F8A98CDC1EB4}"/>
          </ac:spMkLst>
        </pc:spChg>
        <pc:spChg chg="mod">
          <ac:chgData name="Võ Ngọc Lan Chi" userId="e6ecff6c8856490d" providerId="LiveId" clId="{0D5F2108-5020-4D9B-894D-C00CEBABC27C}" dt="2026-08-09T07:30:25.126" v="3139" actId="1036"/>
          <ac:spMkLst>
            <pc:docMk/>
            <pc:sldMk cId="2915897100" sldId="273"/>
            <ac:spMk id="70" creationId="{7B54AE15-FAF3-B6C8-7B46-C5989AC6C82B}"/>
          </ac:spMkLst>
        </pc:spChg>
        <pc:spChg chg="mod">
          <ac:chgData name="Võ Ngọc Lan Chi" userId="e6ecff6c8856490d" providerId="LiveId" clId="{0D5F2108-5020-4D9B-894D-C00CEBABC27C}" dt="2026-08-09T07:30:44.844" v="3140" actId="255"/>
          <ac:spMkLst>
            <pc:docMk/>
            <pc:sldMk cId="2915897100" sldId="273"/>
            <ac:spMk id="71" creationId="{15E2EB90-B8E5-DDB1-0D97-5E1D48B5DB94}"/>
          </ac:spMkLst>
        </pc:spChg>
        <pc:spChg chg="mod">
          <ac:chgData name="Võ Ngọc Lan Chi" userId="e6ecff6c8856490d" providerId="LiveId" clId="{0D5F2108-5020-4D9B-894D-C00CEBABC27C}" dt="2026-08-09T07:30:25.126" v="3139" actId="1036"/>
          <ac:spMkLst>
            <pc:docMk/>
            <pc:sldMk cId="2915897100" sldId="273"/>
            <ac:spMk id="72" creationId="{282EBE97-8111-4866-22BA-7B62A2767477}"/>
          </ac:spMkLst>
        </pc:spChg>
        <pc:spChg chg="mod">
          <ac:chgData name="Võ Ngọc Lan Chi" userId="e6ecff6c8856490d" providerId="LiveId" clId="{0D5F2108-5020-4D9B-894D-C00CEBABC27C}" dt="2026-08-09T07:30:44.844" v="3140" actId="255"/>
          <ac:spMkLst>
            <pc:docMk/>
            <pc:sldMk cId="2915897100" sldId="273"/>
            <ac:spMk id="74" creationId="{0C728141-EC91-8E55-AE04-6F03E1BAE369}"/>
          </ac:spMkLst>
        </pc:spChg>
        <pc:spChg chg="mod">
          <ac:chgData name="Võ Ngọc Lan Chi" userId="e6ecff6c8856490d" providerId="LiveId" clId="{0D5F2108-5020-4D9B-894D-C00CEBABC27C}" dt="2026-08-09T07:30:44.844" v="3140" actId="255"/>
          <ac:spMkLst>
            <pc:docMk/>
            <pc:sldMk cId="2915897100" sldId="273"/>
            <ac:spMk id="82" creationId="{AF52A099-5226-16C8-A24C-D36B58E16312}"/>
          </ac:spMkLst>
        </pc:spChg>
        <pc:spChg chg="add mod">
          <ac:chgData name="Võ Ngọc Lan Chi" userId="e6ecff6c8856490d" providerId="LiveId" clId="{0D5F2108-5020-4D9B-894D-C00CEBABC27C}" dt="2026-08-09T07:31:21.469" v="3142" actId="164"/>
          <ac:spMkLst>
            <pc:docMk/>
            <pc:sldMk cId="2915897100" sldId="273"/>
            <ac:spMk id="85" creationId="{BAC63917-5A84-1372-8849-A9A65E7DE5DA}"/>
          </ac:spMkLst>
        </pc:spChg>
        <pc:spChg chg="add mod">
          <ac:chgData name="Võ Ngọc Lan Chi" userId="e6ecff6c8856490d" providerId="LiveId" clId="{0D5F2108-5020-4D9B-894D-C00CEBABC27C}" dt="2026-08-09T07:29:43.589" v="3101"/>
          <ac:spMkLst>
            <pc:docMk/>
            <pc:sldMk cId="2915897100" sldId="273"/>
            <ac:spMk id="88" creationId="{B70178A4-8C58-3DCD-C15B-DB5833EC9D7A}"/>
          </ac:spMkLst>
        </pc:spChg>
        <pc:spChg chg="add mod">
          <ac:chgData name="Võ Ngọc Lan Chi" userId="e6ecff6c8856490d" providerId="LiveId" clId="{0D5F2108-5020-4D9B-894D-C00CEBABC27C}" dt="2026-08-09T07:31:21.469" v="3142" actId="164"/>
          <ac:spMkLst>
            <pc:docMk/>
            <pc:sldMk cId="2915897100" sldId="273"/>
            <ac:spMk id="89" creationId="{5EF3620F-FF0C-A417-AAD4-72F2DD223EE1}"/>
          </ac:spMkLst>
        </pc:spChg>
        <pc:spChg chg="del topLvl">
          <ac:chgData name="Võ Ngọc Lan Chi" userId="e6ecff6c8856490d" providerId="LiveId" clId="{0D5F2108-5020-4D9B-894D-C00CEBABC27C}" dt="2026-08-09T07:33:31.378" v="3202" actId="478"/>
          <ac:spMkLst>
            <pc:docMk/>
            <pc:sldMk cId="2915897100" sldId="273"/>
            <ac:spMk id="93" creationId="{74063A0F-D231-8EDB-06E2-094A22986CCF}"/>
          </ac:spMkLst>
        </pc:spChg>
        <pc:spChg chg="del mod">
          <ac:chgData name="Võ Ngọc Lan Chi" userId="e6ecff6c8856490d" providerId="LiveId" clId="{0D5F2108-5020-4D9B-894D-C00CEBABC27C}" dt="2026-08-09T07:33:28.418" v="3199" actId="478"/>
          <ac:spMkLst>
            <pc:docMk/>
            <pc:sldMk cId="2915897100" sldId="273"/>
            <ac:spMk id="94" creationId="{51591EEC-6F8C-DE5D-B7C0-FC8C9B892644}"/>
          </ac:spMkLst>
        </pc:spChg>
        <pc:spChg chg="mod">
          <ac:chgData name="Võ Ngọc Lan Chi" userId="e6ecff6c8856490d" providerId="LiveId" clId="{0D5F2108-5020-4D9B-894D-C00CEBABC27C}" dt="2026-08-09T07:33:55.998" v="3209" actId="14100"/>
          <ac:spMkLst>
            <pc:docMk/>
            <pc:sldMk cId="2915897100" sldId="273"/>
            <ac:spMk id="96" creationId="{8DF763E8-8501-E869-0652-04D57272520F}"/>
          </ac:spMkLst>
        </pc:spChg>
        <pc:spChg chg="del mod">
          <ac:chgData name="Võ Ngọc Lan Chi" userId="e6ecff6c8856490d" providerId="LiveId" clId="{0D5F2108-5020-4D9B-894D-C00CEBABC27C}" dt="2026-08-09T07:33:10.348" v="3195" actId="478"/>
          <ac:spMkLst>
            <pc:docMk/>
            <pc:sldMk cId="2915897100" sldId="273"/>
            <ac:spMk id="97" creationId="{F28E747B-978F-74FE-7EB2-1AE22F33D9AE}"/>
          </ac:spMkLst>
        </pc:spChg>
        <pc:spChg chg="del mod">
          <ac:chgData name="Võ Ngọc Lan Chi" userId="e6ecff6c8856490d" providerId="LiveId" clId="{0D5F2108-5020-4D9B-894D-C00CEBABC27C}" dt="2026-08-09T07:33:40.121" v="3206" actId="478"/>
          <ac:spMkLst>
            <pc:docMk/>
            <pc:sldMk cId="2915897100" sldId="273"/>
            <ac:spMk id="99" creationId="{00E60D88-1031-35FE-F5B4-2BDE35110D9F}"/>
          </ac:spMkLst>
        </pc:spChg>
        <pc:spChg chg="mod">
          <ac:chgData name="Võ Ngọc Lan Chi" userId="e6ecff6c8856490d" providerId="LiveId" clId="{0D5F2108-5020-4D9B-894D-C00CEBABC27C}" dt="2026-08-09T07:32:22.151" v="3172" actId="20577"/>
          <ac:spMkLst>
            <pc:docMk/>
            <pc:sldMk cId="2915897100" sldId="273"/>
            <ac:spMk id="100" creationId="{49A862D7-6B37-3D58-8162-C54C2EF1A456}"/>
          </ac:spMkLst>
        </pc:spChg>
        <pc:spChg chg="del">
          <ac:chgData name="Võ Ngọc Lan Chi" userId="e6ecff6c8856490d" providerId="LiveId" clId="{0D5F2108-5020-4D9B-894D-C00CEBABC27C}" dt="2026-08-09T07:33:35.956" v="3205" actId="478"/>
          <ac:spMkLst>
            <pc:docMk/>
            <pc:sldMk cId="2915897100" sldId="273"/>
            <ac:spMk id="101" creationId="{59003110-45AA-5352-5CB1-586DF9109CFA}"/>
          </ac:spMkLst>
        </pc:spChg>
        <pc:spChg chg="del mod">
          <ac:chgData name="Võ Ngọc Lan Chi" userId="e6ecff6c8856490d" providerId="LiveId" clId="{0D5F2108-5020-4D9B-894D-C00CEBABC27C}" dt="2026-08-09T07:33:42.417" v="3207" actId="478"/>
          <ac:spMkLst>
            <pc:docMk/>
            <pc:sldMk cId="2915897100" sldId="273"/>
            <ac:spMk id="103" creationId="{7E288DFA-0724-D6BE-E1FE-630E58AE1CE9}"/>
          </ac:spMkLst>
        </pc:spChg>
        <pc:spChg chg="mod">
          <ac:chgData name="Võ Ngọc Lan Chi" userId="e6ecff6c8856490d" providerId="LiveId" clId="{0D5F2108-5020-4D9B-894D-C00CEBABC27C}" dt="2026-08-09T07:33:50.652" v="3208" actId="14100"/>
          <ac:spMkLst>
            <pc:docMk/>
            <pc:sldMk cId="2915897100" sldId="273"/>
            <ac:spMk id="104" creationId="{5AD5088A-0913-2836-3CF2-C84596778590}"/>
          </ac:spMkLst>
        </pc:spChg>
        <pc:spChg chg="del mod">
          <ac:chgData name="Võ Ngọc Lan Chi" userId="e6ecff6c8856490d" providerId="LiveId" clId="{0D5F2108-5020-4D9B-894D-C00CEBABC27C}" dt="2026-08-09T07:32:45.579" v="3173" actId="478"/>
          <ac:spMkLst>
            <pc:docMk/>
            <pc:sldMk cId="2915897100" sldId="273"/>
            <ac:spMk id="105" creationId="{4F605719-58FD-DAF9-FC6A-B0689400905D}"/>
          </ac:spMkLst>
        </pc:spChg>
        <pc:spChg chg="mod">
          <ac:chgData name="Võ Ngọc Lan Chi" userId="e6ecff6c8856490d" providerId="LiveId" clId="{0D5F2108-5020-4D9B-894D-C00CEBABC27C}" dt="2026-08-09T07:34:10.941" v="3227" actId="1076"/>
          <ac:spMkLst>
            <pc:docMk/>
            <pc:sldMk cId="2915897100" sldId="273"/>
            <ac:spMk id="106" creationId="{BAC8E37E-81AA-160E-5966-2B0CB85136D4}"/>
          </ac:spMkLst>
        </pc:spChg>
        <pc:spChg chg="mod">
          <ac:chgData name="Võ Ngọc Lan Chi" userId="e6ecff6c8856490d" providerId="LiveId" clId="{0D5F2108-5020-4D9B-894D-C00CEBABC27C}" dt="2026-08-09T07:33:22.179" v="3196" actId="1076"/>
          <ac:spMkLst>
            <pc:docMk/>
            <pc:sldMk cId="2915897100" sldId="273"/>
            <ac:spMk id="107" creationId="{D458C05C-ED1F-577E-337E-9786EED58123}"/>
          </ac:spMkLst>
        </pc:spChg>
        <pc:spChg chg="del">
          <ac:chgData name="Võ Ngọc Lan Chi" userId="e6ecff6c8856490d" providerId="LiveId" clId="{0D5F2108-5020-4D9B-894D-C00CEBABC27C}" dt="2026-08-09T07:33:25.318" v="3197" actId="478"/>
          <ac:spMkLst>
            <pc:docMk/>
            <pc:sldMk cId="2915897100" sldId="273"/>
            <ac:spMk id="114" creationId="{7A7BFF36-8E8E-C69C-0A6D-D5D5B7171186}"/>
          </ac:spMkLst>
        </pc:spChg>
        <pc:spChg chg="del mod">
          <ac:chgData name="Võ Ngọc Lan Chi" userId="e6ecff6c8856490d" providerId="LiveId" clId="{0D5F2108-5020-4D9B-894D-C00CEBABC27C}" dt="2026-08-09T07:33:26.533" v="3198" actId="478"/>
          <ac:spMkLst>
            <pc:docMk/>
            <pc:sldMk cId="2915897100" sldId="273"/>
            <ac:spMk id="115" creationId="{129EA171-0053-36F2-7BF5-182BC8950854}"/>
          </ac:spMkLst>
        </pc:spChg>
        <pc:spChg chg="mod">
          <ac:chgData name="Võ Ngọc Lan Chi" userId="e6ecff6c8856490d" providerId="LiveId" clId="{0D5F2108-5020-4D9B-894D-C00CEBABC27C}" dt="2026-08-09T07:36:08.122" v="3283" actId="1076"/>
          <ac:spMkLst>
            <pc:docMk/>
            <pc:sldMk cId="2915897100" sldId="273"/>
            <ac:spMk id="117" creationId="{19EE2FFC-8F83-C0B3-7DB9-9B2ACC32080A}"/>
          </ac:spMkLst>
        </pc:spChg>
        <pc:spChg chg="mod">
          <ac:chgData name="Võ Ngọc Lan Chi" userId="e6ecff6c8856490d" providerId="LiveId" clId="{0D5F2108-5020-4D9B-894D-C00CEBABC27C}" dt="2026-08-09T07:16:48.127" v="2887" actId="12788"/>
          <ac:spMkLst>
            <pc:docMk/>
            <pc:sldMk cId="2915897100" sldId="273"/>
            <ac:spMk id="118" creationId="{533D362C-047D-C6AD-C6E6-9C288F0561B3}"/>
          </ac:spMkLst>
        </pc:spChg>
        <pc:spChg chg="add mod">
          <ac:chgData name="Võ Ngọc Lan Chi" userId="e6ecff6c8856490d" providerId="LiveId" clId="{0D5F2108-5020-4D9B-894D-C00CEBABC27C}" dt="2026-08-09T07:34:22.473" v="3230" actId="20577"/>
          <ac:spMkLst>
            <pc:docMk/>
            <pc:sldMk cId="2915897100" sldId="273"/>
            <ac:spMk id="119" creationId="{ED43B9E0-2560-26EF-A548-2995EC5B6F00}"/>
          </ac:spMkLst>
        </pc:spChg>
        <pc:spChg chg="add mod">
          <ac:chgData name="Võ Ngọc Lan Chi" userId="e6ecff6c8856490d" providerId="LiveId" clId="{0D5F2108-5020-4D9B-894D-C00CEBABC27C}" dt="2026-08-09T07:36:08.122" v="3283" actId="1076"/>
          <ac:spMkLst>
            <pc:docMk/>
            <pc:sldMk cId="2915897100" sldId="273"/>
            <ac:spMk id="120" creationId="{70A7A673-8B22-7BEF-FB0C-54504E167489}"/>
          </ac:spMkLst>
        </pc:spChg>
        <pc:grpChg chg="mod">
          <ac:chgData name="Võ Ngọc Lan Chi" userId="e6ecff6c8856490d" providerId="LiveId" clId="{0D5F2108-5020-4D9B-894D-C00CEBABC27C}" dt="2026-08-09T07:20:58.096" v="2910" actId="1076"/>
          <ac:grpSpMkLst>
            <pc:docMk/>
            <pc:sldMk cId="2915897100" sldId="273"/>
            <ac:grpSpMk id="2" creationId="{7EC0D88C-A2C0-8065-FA44-E7E344267B32}"/>
          </ac:grpSpMkLst>
        </pc:grpChg>
        <pc:grpChg chg="add del">
          <ac:chgData name="Võ Ngọc Lan Chi" userId="e6ecff6c8856490d" providerId="LiveId" clId="{0D5F2108-5020-4D9B-894D-C00CEBABC27C}" dt="2026-08-09T07:17:50.653" v="2892" actId="478"/>
          <ac:grpSpMkLst>
            <pc:docMk/>
            <pc:sldMk cId="2915897100" sldId="273"/>
            <ac:grpSpMk id="36" creationId="{271173EA-DEBB-7A1D-8C5D-DBDA8BC80415}"/>
          </ac:grpSpMkLst>
        </pc:grpChg>
        <pc:grpChg chg="mod">
          <ac:chgData name="Võ Ngọc Lan Chi" userId="e6ecff6c8856490d" providerId="LiveId" clId="{0D5F2108-5020-4D9B-894D-C00CEBABC27C}" dt="2026-08-09T07:30:13.175" v="3126" actId="1076"/>
          <ac:grpSpMkLst>
            <pc:docMk/>
            <pc:sldMk cId="2915897100" sldId="273"/>
            <ac:grpSpMk id="52" creationId="{8150C3A9-7B95-58C2-8FDC-8DAD275F5398}"/>
          </ac:grpSpMkLst>
        </pc:grpChg>
        <pc:grpChg chg="mod">
          <ac:chgData name="Võ Ngọc Lan Chi" userId="e6ecff6c8856490d" providerId="LiveId" clId="{0D5F2108-5020-4D9B-894D-C00CEBABC27C}" dt="2026-08-09T07:31:21.469" v="3142" actId="164"/>
          <ac:grpSpMkLst>
            <pc:docMk/>
            <pc:sldMk cId="2915897100" sldId="273"/>
            <ac:grpSpMk id="53" creationId="{96157C5D-401E-3C01-8CAD-4CFE47E3150C}"/>
          </ac:grpSpMkLst>
        </pc:grpChg>
        <pc:grpChg chg="add del">
          <ac:chgData name="Võ Ngọc Lan Chi" userId="e6ecff6c8856490d" providerId="LiveId" clId="{0D5F2108-5020-4D9B-894D-C00CEBABC27C}" dt="2026-08-09T07:17:50.653" v="2892" actId="478"/>
          <ac:grpSpMkLst>
            <pc:docMk/>
            <pc:sldMk cId="2915897100" sldId="273"/>
            <ac:grpSpMk id="73" creationId="{1864DE7C-B617-85A4-7DAB-7F1ADF4B72CC}"/>
          </ac:grpSpMkLst>
        </pc:grpChg>
        <pc:grpChg chg="add mod">
          <ac:chgData name="Võ Ngọc Lan Chi" userId="e6ecff6c8856490d" providerId="LiveId" clId="{0D5F2108-5020-4D9B-894D-C00CEBABC27C}" dt="2026-08-09T07:32:00.156" v="3151" actId="465"/>
          <ac:grpSpMkLst>
            <pc:docMk/>
            <pc:sldMk cId="2915897100" sldId="273"/>
            <ac:grpSpMk id="90" creationId="{EDE68698-7E4C-28AA-F320-741598E27731}"/>
          </ac:grpSpMkLst>
        </pc:grpChg>
        <pc:grpChg chg="add del mod">
          <ac:chgData name="Võ Ngọc Lan Chi" userId="e6ecff6c8856490d" providerId="LiveId" clId="{0D5F2108-5020-4D9B-894D-C00CEBABC27C}" dt="2026-08-09T07:33:31.378" v="3202" actId="478"/>
          <ac:grpSpMkLst>
            <pc:docMk/>
            <pc:sldMk cId="2915897100" sldId="273"/>
            <ac:grpSpMk id="91" creationId="{E8BEB976-BE5D-7283-1772-A1F509008E69}"/>
          </ac:grpSpMkLst>
        </pc:grpChg>
        <pc:grpChg chg="mod topLvl">
          <ac:chgData name="Võ Ngọc Lan Chi" userId="e6ecff6c8856490d" providerId="LiveId" clId="{0D5F2108-5020-4D9B-894D-C00CEBABC27C}" dt="2026-08-09T07:33:34.531" v="3204" actId="1076"/>
          <ac:grpSpMkLst>
            <pc:docMk/>
            <pc:sldMk cId="2915897100" sldId="273"/>
            <ac:grpSpMk id="92" creationId="{CB9EEF06-9970-6C42-1554-2A89ED63D18A}"/>
          </ac:grpSpMkLst>
        </pc:grpChg>
        <pc:grpChg chg="add del">
          <ac:chgData name="Võ Ngọc Lan Chi" userId="e6ecff6c8856490d" providerId="LiveId" clId="{0D5F2108-5020-4D9B-894D-C00CEBABC27C}" dt="2026-08-09T07:17:50.653" v="2892" actId="478"/>
          <ac:grpSpMkLst>
            <pc:docMk/>
            <pc:sldMk cId="2915897100" sldId="273"/>
            <ac:grpSpMk id="116" creationId="{7D5063AC-CAC5-E4CB-057F-5751C29795FD}"/>
          </ac:grpSpMkLst>
        </pc:grpChg>
        <pc:cxnChg chg="ord">
          <ac:chgData name="Võ Ngọc Lan Chi" userId="e6ecff6c8856490d" providerId="LiveId" clId="{0D5F2108-5020-4D9B-894D-C00CEBABC27C}" dt="2026-08-09T07:21:33.627" v="2919" actId="167"/>
          <ac:cxnSpMkLst>
            <pc:docMk/>
            <pc:sldMk cId="2915897100" sldId="273"/>
            <ac:cxnSpMk id="3" creationId="{0BD6D27E-3C5D-C812-FBA3-7ED6963E114A}"/>
          </ac:cxnSpMkLst>
        </pc:cxnChg>
        <pc:cxnChg chg="mod">
          <ac:chgData name="Võ Ngọc Lan Chi" userId="e6ecff6c8856490d" providerId="LiveId" clId="{0D5F2108-5020-4D9B-894D-C00CEBABC27C}" dt="2026-08-09T07:29:41.925" v="3100" actId="14100"/>
          <ac:cxnSpMkLst>
            <pc:docMk/>
            <pc:sldMk cId="2915897100" sldId="273"/>
            <ac:cxnSpMk id="59" creationId="{85CB3C4B-8481-8AB7-F950-D867AA7D1E4D}"/>
          </ac:cxnSpMkLst>
        </pc:cxnChg>
      </pc:sldChg>
      <pc:sldChg chg="new del">
        <pc:chgData name="Võ Ngọc Lan Chi" userId="e6ecff6c8856490d" providerId="LiveId" clId="{0D5F2108-5020-4D9B-894D-C00CEBABC27C}" dt="2026-08-09T07:16:27.376" v="2847" actId="680"/>
        <pc:sldMkLst>
          <pc:docMk/>
          <pc:sldMk cId="3931247304" sldId="273"/>
        </pc:sldMkLst>
      </pc:sldChg>
      <pc:sldChg chg="addSp delSp modSp add mod modTransition">
        <pc:chgData name="Võ Ngọc Lan Chi" userId="e6ecff6c8856490d" providerId="LiveId" clId="{0D5F2108-5020-4D9B-894D-C00CEBABC27C}" dt="2026-08-09T15:45:27.006" v="3863"/>
        <pc:sldMkLst>
          <pc:docMk/>
          <pc:sldMk cId="3886478713" sldId="274"/>
        </pc:sldMkLst>
        <pc:spChg chg="add mod">
          <ac:chgData name="Võ Ngọc Lan Chi" userId="e6ecff6c8856490d" providerId="LiveId" clId="{0D5F2108-5020-4D9B-894D-C00CEBABC27C}" dt="2026-08-09T15:33:33.717" v="3680" actId="1076"/>
          <ac:spMkLst>
            <pc:docMk/>
            <pc:sldMk cId="3886478713" sldId="274"/>
            <ac:spMk id="2" creationId="{5247C6C1-806D-55DA-046E-57408FF1C8C1}"/>
          </ac:spMkLst>
        </pc:spChg>
        <pc:spChg chg="add mod">
          <ac:chgData name="Võ Ngọc Lan Chi" userId="e6ecff6c8856490d" providerId="LiveId" clId="{0D5F2108-5020-4D9B-894D-C00CEBABC27C}" dt="2026-08-09T15:37:03.952" v="3728" actId="14100"/>
          <ac:spMkLst>
            <pc:docMk/>
            <pc:sldMk cId="3886478713" sldId="274"/>
            <ac:spMk id="3" creationId="{CF244ABA-C61C-A29A-7D78-9F7A9D6A39E4}"/>
          </ac:spMkLst>
        </pc:spChg>
        <pc:spChg chg="add mod">
          <ac:chgData name="Võ Ngọc Lan Chi" userId="e6ecff6c8856490d" providerId="LiveId" clId="{0D5F2108-5020-4D9B-894D-C00CEBABC27C}" dt="2026-08-09T15:34:29.540" v="3699" actId="108"/>
          <ac:spMkLst>
            <pc:docMk/>
            <pc:sldMk cId="3886478713" sldId="274"/>
            <ac:spMk id="4" creationId="{DF442FA4-D330-5183-AAF6-E299F5EA35C4}"/>
          </ac:spMkLst>
        </pc:spChg>
        <pc:spChg chg="add mod">
          <ac:chgData name="Võ Ngọc Lan Chi" userId="e6ecff6c8856490d" providerId="LiveId" clId="{0D5F2108-5020-4D9B-894D-C00CEBABC27C}" dt="2026-08-09T15:34:47.743" v="3701" actId="113"/>
          <ac:spMkLst>
            <pc:docMk/>
            <pc:sldMk cId="3886478713" sldId="274"/>
            <ac:spMk id="5" creationId="{8A9F3D3A-2316-831A-F3B6-7524CBCEE3D5}"/>
          </ac:spMkLst>
        </pc:spChg>
        <pc:spChg chg="add mod">
          <ac:chgData name="Võ Ngọc Lan Chi" userId="e6ecff6c8856490d" providerId="LiveId" clId="{0D5F2108-5020-4D9B-894D-C00CEBABC27C}" dt="2026-08-09T15:35:38.833" v="3711" actId="1076"/>
          <ac:spMkLst>
            <pc:docMk/>
            <pc:sldMk cId="3886478713" sldId="274"/>
            <ac:spMk id="6" creationId="{CE63CDB4-B3FD-63EB-8EFD-35D707C05144}"/>
          </ac:spMkLst>
        </pc:spChg>
        <pc:spChg chg="add mod">
          <ac:chgData name="Võ Ngọc Lan Chi" userId="e6ecff6c8856490d" providerId="LiveId" clId="{0D5F2108-5020-4D9B-894D-C00CEBABC27C}" dt="2026-08-09T15:35:38.833" v="3711" actId="1076"/>
          <ac:spMkLst>
            <pc:docMk/>
            <pc:sldMk cId="3886478713" sldId="274"/>
            <ac:spMk id="7" creationId="{8FBB4B96-221A-DE69-BCF7-B6A69B679318}"/>
          </ac:spMkLst>
        </pc:spChg>
        <pc:spChg chg="add mod">
          <ac:chgData name="Võ Ngọc Lan Chi" userId="e6ecff6c8856490d" providerId="LiveId" clId="{0D5F2108-5020-4D9B-894D-C00CEBABC27C}" dt="2026-08-09T15:35:38.833" v="3711" actId="1076"/>
          <ac:spMkLst>
            <pc:docMk/>
            <pc:sldMk cId="3886478713" sldId="274"/>
            <ac:spMk id="8" creationId="{E667EBEE-D746-3C69-B108-E8E0278ED136}"/>
          </ac:spMkLst>
        </pc:spChg>
        <pc:spChg chg="add mod">
          <ac:chgData name="Võ Ngọc Lan Chi" userId="e6ecff6c8856490d" providerId="LiveId" clId="{0D5F2108-5020-4D9B-894D-C00CEBABC27C}" dt="2026-08-09T15:37:21.753" v="3731" actId="14100"/>
          <ac:spMkLst>
            <pc:docMk/>
            <pc:sldMk cId="3886478713" sldId="274"/>
            <ac:spMk id="9" creationId="{7B1ADD4A-3824-18A9-2EA8-5E4269E1A0EC}"/>
          </ac:spMkLst>
        </pc:spChg>
        <pc:spChg chg="add mod">
          <ac:chgData name="Võ Ngọc Lan Chi" userId="e6ecff6c8856490d" providerId="LiveId" clId="{0D5F2108-5020-4D9B-894D-C00CEBABC27C}" dt="2026-08-09T15:36:26.666" v="3722" actId="20577"/>
          <ac:spMkLst>
            <pc:docMk/>
            <pc:sldMk cId="3886478713" sldId="274"/>
            <ac:spMk id="10" creationId="{3B8B0BFF-0AAF-1BA2-F45B-7273FE92F555}"/>
          </ac:spMkLst>
        </pc:spChg>
        <pc:spChg chg="add mod">
          <ac:chgData name="Võ Ngọc Lan Chi" userId="e6ecff6c8856490d" providerId="LiveId" clId="{0D5F2108-5020-4D9B-894D-C00CEBABC27C}" dt="2026-08-09T15:36:18.170" v="3719" actId="113"/>
          <ac:spMkLst>
            <pc:docMk/>
            <pc:sldMk cId="3886478713" sldId="274"/>
            <ac:spMk id="11" creationId="{3428C2FA-3791-B015-C178-3E05DD8A502C}"/>
          </ac:spMkLst>
        </pc:spChg>
        <pc:spChg chg="mod">
          <ac:chgData name="Võ Ngọc Lan Chi" userId="e6ecff6c8856490d" providerId="LiveId" clId="{0D5F2108-5020-4D9B-894D-C00CEBABC27C}" dt="2026-08-09T15:34:17.164" v="3696" actId="14100"/>
          <ac:spMkLst>
            <pc:docMk/>
            <pc:sldMk cId="3886478713" sldId="274"/>
            <ac:spMk id="52" creationId="{EA6AF133-0679-9224-85D5-DEB7C41CC896}"/>
          </ac:spMkLst>
        </pc:spChg>
        <pc:spChg chg="add del">
          <ac:chgData name="Võ Ngọc Lan Chi" userId="e6ecff6c8856490d" providerId="LiveId" clId="{0D5F2108-5020-4D9B-894D-C00CEBABC27C}" dt="2026-08-09T15:32:46.572" v="3670" actId="478"/>
          <ac:spMkLst>
            <pc:docMk/>
            <pc:sldMk cId="3886478713" sldId="274"/>
            <ac:spMk id="53" creationId="{B4ED7A63-017C-0E11-273F-9CFE5A16157B}"/>
          </ac:spMkLst>
        </pc:spChg>
        <pc:spChg chg="add del">
          <ac:chgData name="Võ Ngọc Lan Chi" userId="e6ecff6c8856490d" providerId="LiveId" clId="{0D5F2108-5020-4D9B-894D-C00CEBABC27C}" dt="2026-08-09T15:32:46.572" v="3670" actId="478"/>
          <ac:spMkLst>
            <pc:docMk/>
            <pc:sldMk cId="3886478713" sldId="274"/>
            <ac:spMk id="54" creationId="{B56D7D80-E2E4-E99B-1F5E-D2FB1C6CC79E}"/>
          </ac:spMkLst>
        </pc:spChg>
        <pc:spChg chg="mod">
          <ac:chgData name="Võ Ngọc Lan Chi" userId="e6ecff6c8856490d" providerId="LiveId" clId="{0D5F2108-5020-4D9B-894D-C00CEBABC27C}" dt="2026-08-09T15:28:15.077" v="3650" actId="20577"/>
          <ac:spMkLst>
            <pc:docMk/>
            <pc:sldMk cId="3886478713" sldId="274"/>
            <ac:spMk id="55" creationId="{63556CD4-58B6-EB3E-6E53-EEEE881DCBA6}"/>
          </ac:spMkLst>
        </pc:spChg>
        <pc:spChg chg="del">
          <ac:chgData name="Võ Ngọc Lan Chi" userId="e6ecff6c8856490d" providerId="LiveId" clId="{0D5F2108-5020-4D9B-894D-C00CEBABC27C}" dt="2026-08-09T15:32:08.810" v="3659" actId="478"/>
          <ac:spMkLst>
            <pc:docMk/>
            <pc:sldMk cId="3886478713" sldId="274"/>
            <ac:spMk id="57" creationId="{300EB084-E2FF-2F1F-9293-5E093672353F}"/>
          </ac:spMkLst>
        </pc:spChg>
        <pc:spChg chg="mod">
          <ac:chgData name="Võ Ngọc Lan Chi" userId="e6ecff6c8856490d" providerId="LiveId" clId="{0D5F2108-5020-4D9B-894D-C00CEBABC27C}" dt="2026-08-09T15:32:43.570" v="3668" actId="1076"/>
          <ac:spMkLst>
            <pc:docMk/>
            <pc:sldMk cId="3886478713" sldId="274"/>
            <ac:spMk id="58" creationId="{B585ECAF-7728-93BE-4C30-A9EAB34AD16A}"/>
          </ac:spMkLst>
        </pc:spChg>
        <pc:spChg chg="add del">
          <ac:chgData name="Võ Ngọc Lan Chi" userId="e6ecff6c8856490d" providerId="LiveId" clId="{0D5F2108-5020-4D9B-894D-C00CEBABC27C}" dt="2026-08-09T15:32:46.572" v="3670" actId="478"/>
          <ac:spMkLst>
            <pc:docMk/>
            <pc:sldMk cId="3886478713" sldId="274"/>
            <ac:spMk id="59" creationId="{5C89706A-63E7-A29B-2625-C9651B571EBE}"/>
          </ac:spMkLst>
        </pc:spChg>
        <pc:spChg chg="add del">
          <ac:chgData name="Võ Ngọc Lan Chi" userId="e6ecff6c8856490d" providerId="LiveId" clId="{0D5F2108-5020-4D9B-894D-C00CEBABC27C}" dt="2026-08-09T15:32:46.572" v="3670" actId="478"/>
          <ac:spMkLst>
            <pc:docMk/>
            <pc:sldMk cId="3886478713" sldId="274"/>
            <ac:spMk id="60" creationId="{1B5B647B-0394-A352-8233-615A2217E45D}"/>
          </ac:spMkLst>
        </pc:spChg>
        <pc:spChg chg="add del">
          <ac:chgData name="Võ Ngọc Lan Chi" userId="e6ecff6c8856490d" providerId="LiveId" clId="{0D5F2108-5020-4D9B-894D-C00CEBABC27C}" dt="2026-08-09T15:32:46.572" v="3670" actId="478"/>
          <ac:spMkLst>
            <pc:docMk/>
            <pc:sldMk cId="3886478713" sldId="274"/>
            <ac:spMk id="61" creationId="{43880F4E-8945-36D0-6DD0-F5964A9D67BE}"/>
          </ac:spMkLst>
        </pc:spChg>
        <pc:spChg chg="add del">
          <ac:chgData name="Võ Ngọc Lan Chi" userId="e6ecff6c8856490d" providerId="LiveId" clId="{0D5F2108-5020-4D9B-894D-C00CEBABC27C}" dt="2026-08-09T15:32:46.572" v="3670" actId="478"/>
          <ac:spMkLst>
            <pc:docMk/>
            <pc:sldMk cId="3886478713" sldId="274"/>
            <ac:spMk id="62" creationId="{DC24871F-A251-F672-99E4-FAF385467D04}"/>
          </ac:spMkLst>
        </pc:spChg>
      </pc:sldChg>
      <pc:sldChg chg="addSp delSp modSp add mod modTransition">
        <pc:chgData name="Võ Ngọc Lan Chi" userId="e6ecff6c8856490d" providerId="LiveId" clId="{0D5F2108-5020-4D9B-894D-C00CEBABC27C}" dt="2026-08-09T15:45:27.006" v="3863"/>
        <pc:sldMkLst>
          <pc:docMk/>
          <pc:sldMk cId="3890873054" sldId="275"/>
        </pc:sldMkLst>
        <pc:spChg chg="mod">
          <ac:chgData name="Võ Ngọc Lan Chi" userId="e6ecff6c8856490d" providerId="LiveId" clId="{0D5F2108-5020-4D9B-894D-C00CEBABC27C}" dt="2026-08-09T15:14:58.694" v="3416" actId="20577"/>
          <ac:spMkLst>
            <pc:docMk/>
            <pc:sldMk cId="3890873054" sldId="275"/>
            <ac:spMk id="3" creationId="{0DAD2036-DEBC-285E-0402-0E2541E827DD}"/>
          </ac:spMkLst>
        </pc:spChg>
        <pc:spChg chg="del">
          <ac:chgData name="Võ Ngọc Lan Chi" userId="e6ecff6c8856490d" providerId="LiveId" clId="{0D5F2108-5020-4D9B-894D-C00CEBABC27C}" dt="2026-08-09T15:15:30.360" v="3424" actId="478"/>
          <ac:spMkLst>
            <pc:docMk/>
            <pc:sldMk cId="3890873054" sldId="275"/>
            <ac:spMk id="5" creationId="{F24697CE-D355-14A3-42AE-0682BAF69CB1}"/>
          </ac:spMkLst>
        </pc:spChg>
        <pc:spChg chg="add mod">
          <ac:chgData name="Võ Ngọc Lan Chi" userId="e6ecff6c8856490d" providerId="LiveId" clId="{0D5F2108-5020-4D9B-894D-C00CEBABC27C}" dt="2026-08-09T15:17:20.804" v="3463" actId="20577"/>
          <ac:spMkLst>
            <pc:docMk/>
            <pc:sldMk cId="3890873054" sldId="275"/>
            <ac:spMk id="7" creationId="{F2C6F5C3-3E33-F867-78C6-DCF2FB561D07}"/>
          </ac:spMkLst>
        </pc:spChg>
        <pc:spChg chg="add mod">
          <ac:chgData name="Võ Ngọc Lan Chi" userId="e6ecff6c8856490d" providerId="LiveId" clId="{0D5F2108-5020-4D9B-894D-C00CEBABC27C}" dt="2026-08-09T15:19:33.858" v="3488" actId="1076"/>
          <ac:spMkLst>
            <pc:docMk/>
            <pc:sldMk cId="3890873054" sldId="275"/>
            <ac:spMk id="8" creationId="{33ADDD4E-D961-DB78-2023-05AE22688D8A}"/>
          </ac:spMkLst>
        </pc:spChg>
        <pc:graphicFrameChg chg="mod modGraphic">
          <ac:chgData name="Võ Ngọc Lan Chi" userId="e6ecff6c8856490d" providerId="LiveId" clId="{0D5F2108-5020-4D9B-894D-C00CEBABC27C}" dt="2026-08-09T15:15:50.522" v="3428" actId="255"/>
          <ac:graphicFrameMkLst>
            <pc:docMk/>
            <pc:sldMk cId="3890873054" sldId="275"/>
            <ac:graphicFrameMk id="2" creationId="{CF862752-097F-0A49-96F6-5FCD812281AC}"/>
          </ac:graphicFrameMkLst>
        </pc:graphicFrameChg>
        <pc:graphicFrameChg chg="del">
          <ac:chgData name="Võ Ngọc Lan Chi" userId="e6ecff6c8856490d" providerId="LiveId" clId="{0D5F2108-5020-4D9B-894D-C00CEBABC27C}" dt="2026-08-09T15:15:28.523" v="3423" actId="478"/>
          <ac:graphicFrameMkLst>
            <pc:docMk/>
            <pc:sldMk cId="3890873054" sldId="275"/>
            <ac:graphicFrameMk id="4" creationId="{13AB99AA-0077-08E2-185F-E2F30A3D4787}"/>
          </ac:graphicFrameMkLst>
        </pc:graphicFrameChg>
        <pc:graphicFrameChg chg="add mod modGraphic">
          <ac:chgData name="Võ Ngọc Lan Chi" userId="e6ecff6c8856490d" providerId="LiveId" clId="{0D5F2108-5020-4D9B-894D-C00CEBABC27C}" dt="2026-08-09T15:18:44.554" v="3480" actId="14734"/>
          <ac:graphicFrameMkLst>
            <pc:docMk/>
            <pc:sldMk cId="3890873054" sldId="275"/>
            <ac:graphicFrameMk id="6" creationId="{ECD00462-257A-AF13-70FA-4CD127F113FC}"/>
          </ac:graphicFrameMkLst>
        </pc:graphicFrameChg>
      </pc:sldChg>
      <pc:sldChg chg="delSp modSp add mod ord modTransition">
        <pc:chgData name="Võ Ngọc Lan Chi" userId="e6ecff6c8856490d" providerId="LiveId" clId="{0D5F2108-5020-4D9B-894D-C00CEBABC27C}" dt="2026-08-09T15:45:27.006" v="3863"/>
        <pc:sldMkLst>
          <pc:docMk/>
          <pc:sldMk cId="2864054225" sldId="276"/>
        </pc:sldMkLst>
        <pc:spChg chg="mod">
          <ac:chgData name="Võ Ngọc Lan Chi" userId="e6ecff6c8856490d" providerId="LiveId" clId="{0D5F2108-5020-4D9B-894D-C00CEBABC27C}" dt="2026-08-09T15:20:24.725" v="3499" actId="14100"/>
          <ac:spMkLst>
            <pc:docMk/>
            <pc:sldMk cId="2864054225" sldId="276"/>
            <ac:spMk id="3" creationId="{FE1BF6EC-831D-6538-D273-13353E5364FA}"/>
          </ac:spMkLst>
        </pc:spChg>
        <pc:spChg chg="del">
          <ac:chgData name="Võ Ngọc Lan Chi" userId="e6ecff6c8856490d" providerId="LiveId" clId="{0D5F2108-5020-4D9B-894D-C00CEBABC27C}" dt="2026-08-09T15:20:43.912" v="3501" actId="478"/>
          <ac:spMkLst>
            <pc:docMk/>
            <pc:sldMk cId="2864054225" sldId="276"/>
            <ac:spMk id="5" creationId="{A5634628-C475-519F-0AA6-DC814265188E}"/>
          </ac:spMkLst>
        </pc:spChg>
        <pc:graphicFrameChg chg="mod modGraphic">
          <ac:chgData name="Võ Ngọc Lan Chi" userId="e6ecff6c8856490d" providerId="LiveId" clId="{0D5F2108-5020-4D9B-894D-C00CEBABC27C}" dt="2026-08-09T15:21:56.791" v="3515" actId="113"/>
          <ac:graphicFrameMkLst>
            <pc:docMk/>
            <pc:sldMk cId="2864054225" sldId="276"/>
            <ac:graphicFrameMk id="2" creationId="{0529CD25-2C1F-247A-4618-38605C40B7C9}"/>
          </ac:graphicFrameMkLst>
        </pc:graphicFrameChg>
        <pc:graphicFrameChg chg="del">
          <ac:chgData name="Võ Ngọc Lan Chi" userId="e6ecff6c8856490d" providerId="LiveId" clId="{0D5F2108-5020-4D9B-894D-C00CEBABC27C}" dt="2026-08-09T15:20:42.052" v="3500" actId="478"/>
          <ac:graphicFrameMkLst>
            <pc:docMk/>
            <pc:sldMk cId="2864054225" sldId="276"/>
            <ac:graphicFrameMk id="4" creationId="{9A3A917F-F694-DC2D-6248-C63BEF959D8B}"/>
          </ac:graphicFrameMkLst>
        </pc:graphicFrameChg>
      </pc:sldChg>
      <pc:sldChg chg="addSp modSp add mod modTransition">
        <pc:chgData name="Võ Ngọc Lan Chi" userId="e6ecff6c8856490d" providerId="LiveId" clId="{0D5F2108-5020-4D9B-894D-C00CEBABC27C}" dt="2026-08-09T15:45:27.006" v="3863"/>
        <pc:sldMkLst>
          <pc:docMk/>
          <pc:sldMk cId="2919796464" sldId="277"/>
        </pc:sldMkLst>
        <pc:spChg chg="mod">
          <ac:chgData name="Võ Ngọc Lan Chi" userId="e6ecff6c8856490d" providerId="LiveId" clId="{0D5F2108-5020-4D9B-894D-C00CEBABC27C}" dt="2026-08-09T15:22:47.914" v="3531" actId="113"/>
          <ac:spMkLst>
            <pc:docMk/>
            <pc:sldMk cId="2919796464" sldId="277"/>
            <ac:spMk id="3" creationId="{5CCA3542-307D-C880-FC05-0617120C08B2}"/>
          </ac:spMkLst>
        </pc:spChg>
        <pc:spChg chg="add mod">
          <ac:chgData name="Võ Ngọc Lan Chi" userId="e6ecff6c8856490d" providerId="LiveId" clId="{0D5F2108-5020-4D9B-894D-C00CEBABC27C}" dt="2026-08-09T15:23:36.164" v="3543" actId="14100"/>
          <ac:spMkLst>
            <pc:docMk/>
            <pc:sldMk cId="2919796464" sldId="277"/>
            <ac:spMk id="4" creationId="{D326DC8D-1B29-5528-8FF1-12012933D852}"/>
          </ac:spMkLst>
        </pc:spChg>
        <pc:spChg chg="add mod">
          <ac:chgData name="Võ Ngọc Lan Chi" userId="e6ecff6c8856490d" providerId="LiveId" clId="{0D5F2108-5020-4D9B-894D-C00CEBABC27C}" dt="2026-08-09T15:24:23.970" v="3552" actId="113"/>
          <ac:spMkLst>
            <pc:docMk/>
            <pc:sldMk cId="2919796464" sldId="277"/>
            <ac:spMk id="6" creationId="{EEB05C66-47C8-3FD3-2EE3-54A8BFD3AFD3}"/>
          </ac:spMkLst>
        </pc:spChg>
        <pc:graphicFrameChg chg="mod modGraphic">
          <ac:chgData name="Võ Ngọc Lan Chi" userId="e6ecff6c8856490d" providerId="LiveId" clId="{0D5F2108-5020-4D9B-894D-C00CEBABC27C}" dt="2026-08-09T15:23:05.927" v="3537" actId="2165"/>
          <ac:graphicFrameMkLst>
            <pc:docMk/>
            <pc:sldMk cId="2919796464" sldId="277"/>
            <ac:graphicFrameMk id="2" creationId="{1D3A6BFA-AEF7-4B5B-2D2A-0AE6D364DA08}"/>
          </ac:graphicFrameMkLst>
        </pc:graphicFrameChg>
        <pc:graphicFrameChg chg="add mod modGraphic">
          <ac:chgData name="Võ Ngọc Lan Chi" userId="e6ecff6c8856490d" providerId="LiveId" clId="{0D5F2108-5020-4D9B-894D-C00CEBABC27C}" dt="2026-08-09T15:25:07.779" v="3564" actId="113"/>
          <ac:graphicFrameMkLst>
            <pc:docMk/>
            <pc:sldMk cId="2919796464" sldId="277"/>
            <ac:graphicFrameMk id="5" creationId="{693F894A-6C74-3761-6BEF-77905AF9C368}"/>
          </ac:graphicFrameMkLst>
        </pc:graphicFrameChg>
      </pc:sldChg>
      <pc:sldChg chg="modSp add mod ord modTransition">
        <pc:chgData name="Võ Ngọc Lan Chi" userId="e6ecff6c8856490d" providerId="LiveId" clId="{0D5F2108-5020-4D9B-894D-C00CEBABC27C}" dt="2026-08-09T15:45:27.006" v="3863"/>
        <pc:sldMkLst>
          <pc:docMk/>
          <pc:sldMk cId="1295260021" sldId="278"/>
        </pc:sldMkLst>
        <pc:spChg chg="mod">
          <ac:chgData name="Võ Ngọc Lan Chi" userId="e6ecff6c8856490d" providerId="LiveId" clId="{0D5F2108-5020-4D9B-894D-C00CEBABC27C}" dt="2026-08-09T15:25:37.797" v="3573" actId="113"/>
          <ac:spMkLst>
            <pc:docMk/>
            <pc:sldMk cId="1295260021" sldId="278"/>
            <ac:spMk id="3" creationId="{9FC001D5-2C92-1836-BED8-9CE454C618B6}"/>
          </ac:spMkLst>
        </pc:spChg>
        <pc:graphicFrameChg chg="mod modGraphic">
          <ac:chgData name="Võ Ngọc Lan Chi" userId="e6ecff6c8856490d" providerId="LiveId" clId="{0D5F2108-5020-4D9B-894D-C00CEBABC27C}" dt="2026-08-09T15:26:04.627" v="3582" actId="113"/>
          <ac:graphicFrameMkLst>
            <pc:docMk/>
            <pc:sldMk cId="1295260021" sldId="278"/>
            <ac:graphicFrameMk id="2" creationId="{02F86E4F-3DAE-0791-899A-D950DEF64089}"/>
          </ac:graphicFrameMkLst>
        </pc:graphicFrameChg>
      </pc:sldChg>
      <pc:sldChg chg="delSp modSp add mod modTransition">
        <pc:chgData name="Võ Ngọc Lan Chi" userId="e6ecff6c8856490d" providerId="LiveId" clId="{0D5F2108-5020-4D9B-894D-C00CEBABC27C}" dt="2026-08-09T15:45:27.006" v="3863"/>
        <pc:sldMkLst>
          <pc:docMk/>
          <pc:sldMk cId="787738490" sldId="279"/>
        </pc:sldMkLst>
        <pc:spChg chg="mod">
          <ac:chgData name="Võ Ngọc Lan Chi" userId="e6ecff6c8856490d" providerId="LiveId" clId="{0D5F2108-5020-4D9B-894D-C00CEBABC27C}" dt="2026-08-09T15:37:42.072" v="3736" actId="113"/>
          <ac:spMkLst>
            <pc:docMk/>
            <pc:sldMk cId="787738490" sldId="279"/>
            <ac:spMk id="2" creationId="{6045588F-B59D-8BFC-A2C7-5022E9DACCB4}"/>
          </ac:spMkLst>
        </pc:spChg>
        <pc:spChg chg="mod">
          <ac:chgData name="Võ Ngọc Lan Chi" userId="e6ecff6c8856490d" providerId="LiveId" clId="{0D5F2108-5020-4D9B-894D-C00CEBABC27C}" dt="2026-08-09T15:38:00.135" v="3739" actId="14100"/>
          <ac:spMkLst>
            <pc:docMk/>
            <pc:sldMk cId="787738490" sldId="279"/>
            <ac:spMk id="3" creationId="{75FD89AD-FC3F-8584-FF2E-AC174FB7EBA5}"/>
          </ac:spMkLst>
        </pc:spChg>
        <pc:spChg chg="mod">
          <ac:chgData name="Võ Ngọc Lan Chi" userId="e6ecff6c8856490d" providerId="LiveId" clId="{0D5F2108-5020-4D9B-894D-C00CEBABC27C}" dt="2026-08-09T15:37:55.897" v="3737"/>
          <ac:spMkLst>
            <pc:docMk/>
            <pc:sldMk cId="787738490" sldId="279"/>
            <ac:spMk id="4" creationId="{71C08F86-8F37-CFDA-C5EE-D814CDF3434C}"/>
          </ac:spMkLst>
        </pc:spChg>
        <pc:spChg chg="mod">
          <ac:chgData name="Võ Ngọc Lan Chi" userId="e6ecff6c8856490d" providerId="LiveId" clId="{0D5F2108-5020-4D9B-894D-C00CEBABC27C}" dt="2026-08-09T15:38:08.846" v="3741" actId="113"/>
          <ac:spMkLst>
            <pc:docMk/>
            <pc:sldMk cId="787738490" sldId="279"/>
            <ac:spMk id="5" creationId="{6F43CC30-8F0D-4714-277E-DCA66052390F}"/>
          </ac:spMkLst>
        </pc:spChg>
        <pc:spChg chg="mod">
          <ac:chgData name="Võ Ngọc Lan Chi" userId="e6ecff6c8856490d" providerId="LiveId" clId="{0D5F2108-5020-4D9B-894D-C00CEBABC27C}" dt="2026-08-09T15:39:24.791" v="3763" actId="14100"/>
          <ac:spMkLst>
            <pc:docMk/>
            <pc:sldMk cId="787738490" sldId="279"/>
            <ac:spMk id="6" creationId="{CC4CD4A5-702B-0040-815B-E481EBC270A0}"/>
          </ac:spMkLst>
        </pc:spChg>
        <pc:spChg chg="mod">
          <ac:chgData name="Võ Ngọc Lan Chi" userId="e6ecff6c8856490d" providerId="LiveId" clId="{0D5F2108-5020-4D9B-894D-C00CEBABC27C}" dt="2026-08-09T15:38:19.427" v="3745" actId="20577"/>
          <ac:spMkLst>
            <pc:docMk/>
            <pc:sldMk cId="787738490" sldId="279"/>
            <ac:spMk id="7" creationId="{D877CE50-97B5-11B3-CBB1-F20C3DF0386D}"/>
          </ac:spMkLst>
        </pc:spChg>
        <pc:spChg chg="mod">
          <ac:chgData name="Võ Ngọc Lan Chi" userId="e6ecff6c8856490d" providerId="LiveId" clId="{0D5F2108-5020-4D9B-894D-C00CEBABC27C}" dt="2026-08-09T15:38:45.058" v="3755" actId="113"/>
          <ac:spMkLst>
            <pc:docMk/>
            <pc:sldMk cId="787738490" sldId="279"/>
            <ac:spMk id="8" creationId="{0E44936D-DA82-59F1-5FD0-9C4352699B97}"/>
          </ac:spMkLst>
        </pc:spChg>
        <pc:spChg chg="del">
          <ac:chgData name="Võ Ngọc Lan Chi" userId="e6ecff6c8856490d" providerId="LiveId" clId="{0D5F2108-5020-4D9B-894D-C00CEBABC27C}" dt="2026-08-09T15:38:24.803" v="3746" actId="478"/>
          <ac:spMkLst>
            <pc:docMk/>
            <pc:sldMk cId="787738490" sldId="279"/>
            <ac:spMk id="9" creationId="{85F24198-DB27-6A87-158F-C119865BAF65}"/>
          </ac:spMkLst>
        </pc:spChg>
        <pc:spChg chg="del">
          <ac:chgData name="Võ Ngọc Lan Chi" userId="e6ecff6c8856490d" providerId="LiveId" clId="{0D5F2108-5020-4D9B-894D-C00CEBABC27C}" dt="2026-08-09T15:38:24.803" v="3746" actId="478"/>
          <ac:spMkLst>
            <pc:docMk/>
            <pc:sldMk cId="787738490" sldId="279"/>
            <ac:spMk id="10" creationId="{CFFCFF56-7DAC-66A0-E187-B879FC0E2CA4}"/>
          </ac:spMkLst>
        </pc:spChg>
        <pc:spChg chg="del">
          <ac:chgData name="Võ Ngọc Lan Chi" userId="e6ecff6c8856490d" providerId="LiveId" clId="{0D5F2108-5020-4D9B-894D-C00CEBABC27C}" dt="2026-08-09T15:38:24.803" v="3746" actId="478"/>
          <ac:spMkLst>
            <pc:docMk/>
            <pc:sldMk cId="787738490" sldId="279"/>
            <ac:spMk id="11" creationId="{B6343260-960A-0358-486F-1FB02176F696}"/>
          </ac:spMkLst>
        </pc:spChg>
        <pc:spChg chg="mod">
          <ac:chgData name="Võ Ngọc Lan Chi" userId="e6ecff6c8856490d" providerId="LiveId" clId="{0D5F2108-5020-4D9B-894D-C00CEBABC27C}" dt="2026-08-09T15:36:59.128" v="3726" actId="14100"/>
          <ac:spMkLst>
            <pc:docMk/>
            <pc:sldMk cId="787738490" sldId="279"/>
            <ac:spMk id="52" creationId="{916727A5-64F7-4218-F409-DD3260DC55EA}"/>
          </ac:spMkLst>
        </pc:spChg>
        <pc:spChg chg="mod">
          <ac:chgData name="Võ Ngọc Lan Chi" userId="e6ecff6c8856490d" providerId="LiveId" clId="{0D5F2108-5020-4D9B-894D-C00CEBABC27C}" dt="2026-08-09T15:36:57.341" v="3725" actId="14100"/>
          <ac:spMkLst>
            <pc:docMk/>
            <pc:sldMk cId="787738490" sldId="279"/>
            <ac:spMk id="58" creationId="{FB6A34C1-B810-5E91-EC93-7D381D0998D2}"/>
          </ac:spMkLst>
        </pc:spChg>
      </pc:sldChg>
      <pc:sldChg chg="modSp add mod modTransition">
        <pc:chgData name="Võ Ngọc Lan Chi" userId="e6ecff6c8856490d" providerId="LiveId" clId="{0D5F2108-5020-4D9B-894D-C00CEBABC27C}" dt="2026-08-09T15:45:27.006" v="3863"/>
        <pc:sldMkLst>
          <pc:docMk/>
          <pc:sldMk cId="1355989636" sldId="280"/>
        </pc:sldMkLst>
        <pc:spChg chg="mod">
          <ac:chgData name="Võ Ngọc Lan Chi" userId="e6ecff6c8856490d" providerId="LiveId" clId="{0D5F2108-5020-4D9B-894D-C00CEBABC27C}" dt="2026-08-09T15:39:09.765" v="3760" actId="113"/>
          <ac:spMkLst>
            <pc:docMk/>
            <pc:sldMk cId="1355989636" sldId="280"/>
            <ac:spMk id="2" creationId="{D7C7C0B7-811B-2E2F-3D70-57517CA7A6CC}"/>
          </ac:spMkLst>
        </pc:spChg>
        <pc:spChg chg="mod">
          <ac:chgData name="Võ Ngọc Lan Chi" userId="e6ecff6c8856490d" providerId="LiveId" clId="{0D5F2108-5020-4D9B-894D-C00CEBABC27C}" dt="2026-08-09T15:40:24.203" v="3775" actId="14100"/>
          <ac:spMkLst>
            <pc:docMk/>
            <pc:sldMk cId="1355989636" sldId="280"/>
            <ac:spMk id="3" creationId="{3D75340E-8F8F-77D4-4946-EFCAD1B0E7C9}"/>
          </ac:spMkLst>
        </pc:spChg>
        <pc:spChg chg="mod">
          <ac:chgData name="Võ Ngọc Lan Chi" userId="e6ecff6c8856490d" providerId="LiveId" clId="{0D5F2108-5020-4D9B-894D-C00CEBABC27C}" dt="2026-08-09T15:39:17.691" v="3761"/>
          <ac:spMkLst>
            <pc:docMk/>
            <pc:sldMk cId="1355989636" sldId="280"/>
            <ac:spMk id="4" creationId="{7F1B84D0-D491-A2C7-C398-FF22D04E782B}"/>
          </ac:spMkLst>
        </pc:spChg>
        <pc:spChg chg="mod">
          <ac:chgData name="Võ Ngọc Lan Chi" userId="e6ecff6c8856490d" providerId="LiveId" clId="{0D5F2108-5020-4D9B-894D-C00CEBABC27C}" dt="2026-08-09T15:39:52.702" v="3768" actId="113"/>
          <ac:spMkLst>
            <pc:docMk/>
            <pc:sldMk cId="1355989636" sldId="280"/>
            <ac:spMk id="5" creationId="{83953CBC-C965-1E73-4CCC-E8B3CAAE6330}"/>
          </ac:spMkLst>
        </pc:spChg>
        <pc:spChg chg="mod">
          <ac:chgData name="Võ Ngọc Lan Chi" userId="e6ecff6c8856490d" providerId="LiveId" clId="{0D5F2108-5020-4D9B-894D-C00CEBABC27C}" dt="2026-08-09T15:40:13.820" v="3772" actId="14100"/>
          <ac:spMkLst>
            <pc:docMk/>
            <pc:sldMk cId="1355989636" sldId="280"/>
            <ac:spMk id="6" creationId="{5C73B5DC-49A2-AA82-88CC-16885C8FA24C}"/>
          </ac:spMkLst>
        </pc:spChg>
        <pc:spChg chg="mod">
          <ac:chgData name="Võ Ngọc Lan Chi" userId="e6ecff6c8856490d" providerId="LiveId" clId="{0D5F2108-5020-4D9B-894D-C00CEBABC27C}" dt="2026-08-09T15:40:17.767" v="3773" actId="14100"/>
          <ac:spMkLst>
            <pc:docMk/>
            <pc:sldMk cId="1355989636" sldId="280"/>
            <ac:spMk id="7" creationId="{1DF48C2F-1A3D-E5BA-AC77-AF5DF24BEA2D}"/>
          </ac:spMkLst>
        </pc:spChg>
        <pc:spChg chg="mod">
          <ac:chgData name="Võ Ngọc Lan Chi" userId="e6ecff6c8856490d" providerId="LiveId" clId="{0D5F2108-5020-4D9B-894D-C00CEBABC27C}" dt="2026-08-09T15:40:48.422" v="3777" actId="113"/>
          <ac:spMkLst>
            <pc:docMk/>
            <pc:sldMk cId="1355989636" sldId="280"/>
            <ac:spMk id="8" creationId="{C17F08BB-BFE7-550C-8448-788ECC677009}"/>
          </ac:spMkLst>
        </pc:spChg>
        <pc:spChg chg="mod">
          <ac:chgData name="Võ Ngọc Lan Chi" userId="e6ecff6c8856490d" providerId="LiveId" clId="{0D5F2108-5020-4D9B-894D-C00CEBABC27C}" dt="2026-08-09T15:39:21.190" v="3762" actId="14100"/>
          <ac:spMkLst>
            <pc:docMk/>
            <pc:sldMk cId="1355989636" sldId="280"/>
            <ac:spMk id="52" creationId="{4F32C389-94B0-B194-FA80-F044C5EE8C3F}"/>
          </ac:spMkLst>
        </pc:spChg>
        <pc:spChg chg="mod">
          <ac:chgData name="Võ Ngọc Lan Chi" userId="e6ecff6c8856490d" providerId="LiveId" clId="{0D5F2108-5020-4D9B-894D-C00CEBABC27C}" dt="2026-08-09T15:38:57.528" v="3757"/>
          <ac:spMkLst>
            <pc:docMk/>
            <pc:sldMk cId="1355989636" sldId="280"/>
            <ac:spMk id="58" creationId="{BB2F9788-169A-440E-5619-F0DCDC6F436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F402BF-5903-4F3F-80F0-A0E22E9C31A7}" type="doc">
      <dgm:prSet loTypeId="urn:microsoft.com/office/officeart/2008/layout/VerticalCurvedList" loCatId="list" qsTypeId="urn:microsoft.com/office/officeart/2005/8/quickstyle/3d3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A79F951-5631-478F-9FAB-160EABBA49C1}">
      <dgm:prSet phldrT="[Text]" phldr="0"/>
      <dgm:spPr>
        <a:solidFill>
          <a:srgbClr val="B894CC"/>
        </a:solidFill>
      </dgm:spPr>
      <dgm:t>
        <a:bodyPr/>
        <a:lstStyle/>
        <a:p>
          <a:r>
            <a: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Introduce</a:t>
          </a:r>
        </a:p>
      </dgm:t>
    </dgm:pt>
    <dgm:pt modelId="{5BEDAF7F-D954-49BC-B3DA-C484CAC185E7}" type="parTrans" cxnId="{2CBDA93B-D040-4D48-8619-0227551C2CC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8A7270D-2DEA-4938-810F-6533FCBA552B}" type="sibTrans" cxnId="{2CBDA93B-D040-4D48-8619-0227551C2CC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A77DE6F-2943-4214-9B25-632E69FBB5F6}">
      <dgm:prSet phldrT="[Text]"/>
      <dgm:spPr>
        <a:solidFill>
          <a:srgbClr val="B894CC"/>
        </a:solidFill>
      </dgm:spPr>
      <dgm:t>
        <a:bodyPr/>
        <a:lstStyle/>
        <a:p>
          <a:pPr>
            <a:buFont typeface="+mj-lt"/>
            <a:buAutoNum type="arabicPeriod"/>
          </a:pPr>
          <a:r>
            <a:rPr lang="vi-VN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Datase</a:t>
          </a:r>
          <a:r>
            <a: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4FCE9DF-C775-406F-ABFA-EB33278EE4AE}" type="parTrans" cxnId="{BA44A1F8-EBF7-4265-B7CB-E11B3F2A4851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BC16CEE-2A69-4792-9550-7BF56067638D}" type="sibTrans" cxnId="{BA44A1F8-EBF7-4265-B7CB-E11B3F2A4851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6B6C6ED-DE63-4152-9FFE-293F31BD8A6D}">
      <dgm:prSet phldrT="[Text]" phldr="0"/>
      <dgm:spPr>
        <a:solidFill>
          <a:srgbClr val="B894CC"/>
        </a:solidFill>
      </dgm:spPr>
      <dgm:t>
        <a:bodyPr/>
        <a:lstStyle/>
        <a:p>
          <a:pPr>
            <a:buFont typeface="+mj-lt"/>
            <a:buAutoNum type="arabicPeriod"/>
          </a:pPr>
          <a:r>
            <a: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Dashboard &amp; Insights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3DAE4C6-6D65-4B60-96A4-C2071A1CA7BA}" type="parTrans" cxnId="{67C4F8C5-597B-4760-AF42-327FB32E292D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7523ABF-27F2-4916-9D03-C76EDCF86113}" type="sibTrans" cxnId="{67C4F8C5-597B-4760-AF42-327FB32E292D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72F8F31-29A4-4522-8049-76F9F1DF0D64}">
      <dgm:prSet phldrT="[Text]" phldr="0"/>
      <dgm:spPr>
        <a:solidFill>
          <a:srgbClr val="B894CC"/>
        </a:solidFill>
      </dgm:spPr>
      <dgm:t>
        <a:bodyPr/>
        <a:lstStyle/>
        <a:p>
          <a:pPr>
            <a:buFont typeface="+mj-lt"/>
            <a:buAutoNum type="arabicPeriod"/>
          </a:pPr>
          <a:r>
            <a: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Limitations</a:t>
          </a:r>
        </a:p>
      </dgm:t>
    </dgm:pt>
    <dgm:pt modelId="{4C2922E0-C8CE-4CE0-BCF1-80B751FF9014}" type="parTrans" cxnId="{4FFDD020-E37A-4818-AEF2-AD62BE249F9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ACDCAC12-58D6-46EC-97F8-ED3524EA7F59}" type="sibTrans" cxnId="{4FFDD020-E37A-4818-AEF2-AD62BE249F9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AE964C9-B343-4EA9-AFF4-AB49071C84C9}">
      <dgm:prSet phldrT="[Text]" phldr="0"/>
      <dgm:spPr>
        <a:solidFill>
          <a:srgbClr val="B894CC"/>
        </a:solidFill>
      </dgm:spPr>
      <dgm:t>
        <a:bodyPr/>
        <a:lstStyle/>
        <a:p>
          <a:pPr>
            <a:buNone/>
          </a:pPr>
          <a:r>
            <a: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 Preparation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B6B2BDA-1E58-45C2-B352-6AB3E869E9D1}" type="sibTrans" cxnId="{7E85D048-76D8-4F5D-B9A2-5ED1807CF98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B28049F-892E-43B9-9E7C-78C58A1228BD}" type="parTrans" cxnId="{7E85D048-76D8-4F5D-B9A2-5ED1807CF98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FAD1FA9-00B1-49C3-8465-A2A5F245A9CF}" type="pres">
      <dgm:prSet presAssocID="{D2F402BF-5903-4F3F-80F0-A0E22E9C31A7}" presName="Name0" presStyleCnt="0">
        <dgm:presLayoutVars>
          <dgm:chMax val="7"/>
          <dgm:chPref val="7"/>
          <dgm:dir/>
        </dgm:presLayoutVars>
      </dgm:prSet>
      <dgm:spPr/>
    </dgm:pt>
    <dgm:pt modelId="{E0A47E87-52FF-4358-8A10-2943F46B5790}" type="pres">
      <dgm:prSet presAssocID="{D2F402BF-5903-4F3F-80F0-A0E22E9C31A7}" presName="Name1" presStyleCnt="0"/>
      <dgm:spPr/>
    </dgm:pt>
    <dgm:pt modelId="{7EBAE595-774A-4457-97BA-8B1CFF30B6DC}" type="pres">
      <dgm:prSet presAssocID="{D2F402BF-5903-4F3F-80F0-A0E22E9C31A7}" presName="cycle" presStyleCnt="0"/>
      <dgm:spPr/>
    </dgm:pt>
    <dgm:pt modelId="{CD3850CB-5F38-44A6-8292-936AB677E7F9}" type="pres">
      <dgm:prSet presAssocID="{D2F402BF-5903-4F3F-80F0-A0E22E9C31A7}" presName="srcNode" presStyleLbl="node1" presStyleIdx="0" presStyleCnt="5"/>
      <dgm:spPr/>
    </dgm:pt>
    <dgm:pt modelId="{ABD49AD5-674F-4886-8DBD-81C6445DE59A}" type="pres">
      <dgm:prSet presAssocID="{D2F402BF-5903-4F3F-80F0-A0E22E9C31A7}" presName="conn" presStyleLbl="parChTrans1D2" presStyleIdx="0" presStyleCnt="1"/>
      <dgm:spPr/>
    </dgm:pt>
    <dgm:pt modelId="{C38DEDB4-F085-4CFD-B6C8-1908A57770DF}" type="pres">
      <dgm:prSet presAssocID="{D2F402BF-5903-4F3F-80F0-A0E22E9C31A7}" presName="extraNode" presStyleLbl="node1" presStyleIdx="0" presStyleCnt="5"/>
      <dgm:spPr/>
    </dgm:pt>
    <dgm:pt modelId="{59C0EA6B-6764-4986-A973-99BC30BAD877}" type="pres">
      <dgm:prSet presAssocID="{D2F402BF-5903-4F3F-80F0-A0E22E9C31A7}" presName="dstNode" presStyleLbl="node1" presStyleIdx="0" presStyleCnt="5"/>
      <dgm:spPr/>
    </dgm:pt>
    <dgm:pt modelId="{0A96D84C-8680-44FD-B6EF-968FAAE5B3EB}" type="pres">
      <dgm:prSet presAssocID="{BA79F951-5631-478F-9FAB-160EABBA49C1}" presName="text_1" presStyleLbl="node1" presStyleIdx="0" presStyleCnt="5">
        <dgm:presLayoutVars>
          <dgm:bulletEnabled val="1"/>
        </dgm:presLayoutVars>
      </dgm:prSet>
      <dgm:spPr/>
    </dgm:pt>
    <dgm:pt modelId="{3248080B-2472-45B8-B25B-C62DA52C2BCA}" type="pres">
      <dgm:prSet presAssocID="{BA79F951-5631-478F-9FAB-160EABBA49C1}" presName="accent_1" presStyleCnt="0"/>
      <dgm:spPr/>
    </dgm:pt>
    <dgm:pt modelId="{3494B464-4142-4138-826E-0893C937D968}" type="pres">
      <dgm:prSet presAssocID="{BA79F951-5631-478F-9FAB-160EABBA49C1}" presName="accentRepeatNode" presStyleLbl="solidFgAcc1" presStyleIdx="0" presStyleCnt="5"/>
      <dgm:spPr/>
    </dgm:pt>
    <dgm:pt modelId="{B0DBA94B-60F3-4B09-A375-9F9A97E3AA81}" type="pres">
      <dgm:prSet presAssocID="{DA77DE6F-2943-4214-9B25-632E69FBB5F6}" presName="text_2" presStyleLbl="node1" presStyleIdx="1" presStyleCnt="5">
        <dgm:presLayoutVars>
          <dgm:bulletEnabled val="1"/>
        </dgm:presLayoutVars>
      </dgm:prSet>
      <dgm:spPr/>
    </dgm:pt>
    <dgm:pt modelId="{E7B16120-A76A-4365-A296-888D8E0CFC65}" type="pres">
      <dgm:prSet presAssocID="{DA77DE6F-2943-4214-9B25-632E69FBB5F6}" presName="accent_2" presStyleCnt="0"/>
      <dgm:spPr/>
    </dgm:pt>
    <dgm:pt modelId="{AD01D25D-71FA-4297-8CA6-8A105BC9F43C}" type="pres">
      <dgm:prSet presAssocID="{DA77DE6F-2943-4214-9B25-632E69FBB5F6}" presName="accentRepeatNode" presStyleLbl="solidFgAcc1" presStyleIdx="1" presStyleCnt="5"/>
      <dgm:spPr/>
    </dgm:pt>
    <dgm:pt modelId="{9C5BBFBB-B23A-408D-93DB-B547E723960E}" type="pres">
      <dgm:prSet presAssocID="{9AE964C9-B343-4EA9-AFF4-AB49071C84C9}" presName="text_3" presStyleLbl="node1" presStyleIdx="2" presStyleCnt="5">
        <dgm:presLayoutVars>
          <dgm:bulletEnabled val="1"/>
        </dgm:presLayoutVars>
      </dgm:prSet>
      <dgm:spPr/>
    </dgm:pt>
    <dgm:pt modelId="{2CA66497-FCF2-49C2-B363-904CCA25A15E}" type="pres">
      <dgm:prSet presAssocID="{9AE964C9-B343-4EA9-AFF4-AB49071C84C9}" presName="accent_3" presStyleCnt="0"/>
      <dgm:spPr/>
    </dgm:pt>
    <dgm:pt modelId="{324BD56B-86A3-4FA6-8314-D38FD1222421}" type="pres">
      <dgm:prSet presAssocID="{9AE964C9-B343-4EA9-AFF4-AB49071C84C9}" presName="accentRepeatNode" presStyleLbl="solidFgAcc1" presStyleIdx="2" presStyleCnt="5"/>
      <dgm:spPr/>
    </dgm:pt>
    <dgm:pt modelId="{65138481-5736-4213-A4D2-F73EB6A32D0B}" type="pres">
      <dgm:prSet presAssocID="{46B6C6ED-DE63-4152-9FFE-293F31BD8A6D}" presName="text_4" presStyleLbl="node1" presStyleIdx="3" presStyleCnt="5">
        <dgm:presLayoutVars>
          <dgm:bulletEnabled val="1"/>
        </dgm:presLayoutVars>
      </dgm:prSet>
      <dgm:spPr/>
    </dgm:pt>
    <dgm:pt modelId="{F192F492-107E-4D20-9E7B-AC2ACF0B7BC6}" type="pres">
      <dgm:prSet presAssocID="{46B6C6ED-DE63-4152-9FFE-293F31BD8A6D}" presName="accent_4" presStyleCnt="0"/>
      <dgm:spPr/>
    </dgm:pt>
    <dgm:pt modelId="{AD37A163-8C7D-47CD-B283-EA762E701C5C}" type="pres">
      <dgm:prSet presAssocID="{46B6C6ED-DE63-4152-9FFE-293F31BD8A6D}" presName="accentRepeatNode" presStyleLbl="solidFgAcc1" presStyleIdx="3" presStyleCnt="5"/>
      <dgm:spPr/>
    </dgm:pt>
    <dgm:pt modelId="{83045BD1-1A67-4E2A-872D-D90670E58FEA}" type="pres">
      <dgm:prSet presAssocID="{D72F8F31-29A4-4522-8049-76F9F1DF0D64}" presName="text_5" presStyleLbl="node1" presStyleIdx="4" presStyleCnt="5">
        <dgm:presLayoutVars>
          <dgm:bulletEnabled val="1"/>
        </dgm:presLayoutVars>
      </dgm:prSet>
      <dgm:spPr/>
    </dgm:pt>
    <dgm:pt modelId="{9BC19F3F-0F0B-42C3-A10B-A4C97F874D19}" type="pres">
      <dgm:prSet presAssocID="{D72F8F31-29A4-4522-8049-76F9F1DF0D64}" presName="accent_5" presStyleCnt="0"/>
      <dgm:spPr/>
    </dgm:pt>
    <dgm:pt modelId="{6FDEA545-6F8E-44A3-BB61-437BCAE6621C}" type="pres">
      <dgm:prSet presAssocID="{D72F8F31-29A4-4522-8049-76F9F1DF0D64}" presName="accentRepeatNode" presStyleLbl="solidFgAcc1" presStyleIdx="4" presStyleCnt="5"/>
      <dgm:spPr/>
    </dgm:pt>
  </dgm:ptLst>
  <dgm:cxnLst>
    <dgm:cxn modelId="{4FFDD020-E37A-4818-AEF2-AD62BE249F97}" srcId="{D2F402BF-5903-4F3F-80F0-A0E22E9C31A7}" destId="{D72F8F31-29A4-4522-8049-76F9F1DF0D64}" srcOrd="4" destOrd="0" parTransId="{4C2922E0-C8CE-4CE0-BCF1-80B751FF9014}" sibTransId="{ACDCAC12-58D6-46EC-97F8-ED3524EA7F59}"/>
    <dgm:cxn modelId="{E5F9942E-AE91-4A15-89CB-35EC971A361C}" type="presOf" srcId="{BA79F951-5631-478F-9FAB-160EABBA49C1}" destId="{0A96D84C-8680-44FD-B6EF-968FAAE5B3EB}" srcOrd="0" destOrd="0" presId="urn:microsoft.com/office/officeart/2008/layout/VerticalCurvedList"/>
    <dgm:cxn modelId="{2CBDA93B-D040-4D48-8619-0227551C2CCB}" srcId="{D2F402BF-5903-4F3F-80F0-A0E22E9C31A7}" destId="{BA79F951-5631-478F-9FAB-160EABBA49C1}" srcOrd="0" destOrd="0" parTransId="{5BEDAF7F-D954-49BC-B3DA-C484CAC185E7}" sibTransId="{E8A7270D-2DEA-4938-810F-6533FCBA552B}"/>
    <dgm:cxn modelId="{D97E845E-5442-409A-9294-E14594781C9F}" type="presOf" srcId="{9AE964C9-B343-4EA9-AFF4-AB49071C84C9}" destId="{9C5BBFBB-B23A-408D-93DB-B547E723960E}" srcOrd="0" destOrd="0" presId="urn:microsoft.com/office/officeart/2008/layout/VerticalCurvedList"/>
    <dgm:cxn modelId="{0E3C025F-C048-4ACB-9BD3-48F78652002D}" type="presOf" srcId="{D2F402BF-5903-4F3F-80F0-A0E22E9C31A7}" destId="{3FAD1FA9-00B1-49C3-8465-A2A5F245A9CF}" srcOrd="0" destOrd="0" presId="urn:microsoft.com/office/officeart/2008/layout/VerticalCurvedList"/>
    <dgm:cxn modelId="{7E85D048-76D8-4F5D-B9A2-5ED1807CF982}" srcId="{D2F402BF-5903-4F3F-80F0-A0E22E9C31A7}" destId="{9AE964C9-B343-4EA9-AFF4-AB49071C84C9}" srcOrd="2" destOrd="0" parTransId="{EB28049F-892E-43B9-9E7C-78C58A1228BD}" sibTransId="{5B6B2BDA-1E58-45C2-B352-6AB3E869E9D1}"/>
    <dgm:cxn modelId="{EF942857-B13B-4765-8191-C945FC97DC88}" type="presOf" srcId="{46B6C6ED-DE63-4152-9FFE-293F31BD8A6D}" destId="{65138481-5736-4213-A4D2-F73EB6A32D0B}" srcOrd="0" destOrd="0" presId="urn:microsoft.com/office/officeart/2008/layout/VerticalCurvedList"/>
    <dgm:cxn modelId="{CB91D1A6-3DEE-4172-AAE2-05C9D9B7BF03}" type="presOf" srcId="{DA77DE6F-2943-4214-9B25-632E69FBB5F6}" destId="{B0DBA94B-60F3-4B09-A375-9F9A97E3AA81}" srcOrd="0" destOrd="0" presId="urn:microsoft.com/office/officeart/2008/layout/VerticalCurvedList"/>
    <dgm:cxn modelId="{67C4F8C5-597B-4760-AF42-327FB32E292D}" srcId="{D2F402BF-5903-4F3F-80F0-A0E22E9C31A7}" destId="{46B6C6ED-DE63-4152-9FFE-293F31BD8A6D}" srcOrd="3" destOrd="0" parTransId="{33DAE4C6-6D65-4B60-96A4-C2071A1CA7BA}" sibTransId="{57523ABF-27F2-4916-9D03-C76EDCF86113}"/>
    <dgm:cxn modelId="{067DE8DA-34A1-450D-8490-E6B9BAD70BCF}" type="presOf" srcId="{D72F8F31-29A4-4522-8049-76F9F1DF0D64}" destId="{83045BD1-1A67-4E2A-872D-D90670E58FEA}" srcOrd="0" destOrd="0" presId="urn:microsoft.com/office/officeart/2008/layout/VerticalCurvedList"/>
    <dgm:cxn modelId="{BA44A1F8-EBF7-4265-B7CB-E11B3F2A4851}" srcId="{D2F402BF-5903-4F3F-80F0-A0E22E9C31A7}" destId="{DA77DE6F-2943-4214-9B25-632E69FBB5F6}" srcOrd="1" destOrd="0" parTransId="{F4FCE9DF-C775-406F-ABFA-EB33278EE4AE}" sibTransId="{5BC16CEE-2A69-4792-9550-7BF56067638D}"/>
    <dgm:cxn modelId="{C669C7F9-9D43-4C51-A507-74597BD68385}" type="presOf" srcId="{E8A7270D-2DEA-4938-810F-6533FCBA552B}" destId="{ABD49AD5-674F-4886-8DBD-81C6445DE59A}" srcOrd="0" destOrd="0" presId="urn:microsoft.com/office/officeart/2008/layout/VerticalCurvedList"/>
    <dgm:cxn modelId="{B3159282-6046-4907-9C75-2C755E4507DC}" type="presParOf" srcId="{3FAD1FA9-00B1-49C3-8465-A2A5F245A9CF}" destId="{E0A47E87-52FF-4358-8A10-2943F46B5790}" srcOrd="0" destOrd="0" presId="urn:microsoft.com/office/officeart/2008/layout/VerticalCurvedList"/>
    <dgm:cxn modelId="{7302067B-CB8F-43B1-802E-A2D0448CA0A9}" type="presParOf" srcId="{E0A47E87-52FF-4358-8A10-2943F46B5790}" destId="{7EBAE595-774A-4457-97BA-8B1CFF30B6DC}" srcOrd="0" destOrd="0" presId="urn:microsoft.com/office/officeart/2008/layout/VerticalCurvedList"/>
    <dgm:cxn modelId="{6202E751-2735-42AF-AD11-0E0731A43224}" type="presParOf" srcId="{7EBAE595-774A-4457-97BA-8B1CFF30B6DC}" destId="{CD3850CB-5F38-44A6-8292-936AB677E7F9}" srcOrd="0" destOrd="0" presId="urn:microsoft.com/office/officeart/2008/layout/VerticalCurvedList"/>
    <dgm:cxn modelId="{C9B6D77B-42FD-4DB5-A27E-D915CB102D9D}" type="presParOf" srcId="{7EBAE595-774A-4457-97BA-8B1CFF30B6DC}" destId="{ABD49AD5-674F-4886-8DBD-81C6445DE59A}" srcOrd="1" destOrd="0" presId="urn:microsoft.com/office/officeart/2008/layout/VerticalCurvedList"/>
    <dgm:cxn modelId="{23458FCB-3D65-4442-A7D3-12F2A7321E26}" type="presParOf" srcId="{7EBAE595-774A-4457-97BA-8B1CFF30B6DC}" destId="{C38DEDB4-F085-4CFD-B6C8-1908A57770DF}" srcOrd="2" destOrd="0" presId="urn:microsoft.com/office/officeart/2008/layout/VerticalCurvedList"/>
    <dgm:cxn modelId="{DC9E4430-E42E-4E95-B85B-C66E8511B103}" type="presParOf" srcId="{7EBAE595-774A-4457-97BA-8B1CFF30B6DC}" destId="{59C0EA6B-6764-4986-A973-99BC30BAD877}" srcOrd="3" destOrd="0" presId="urn:microsoft.com/office/officeart/2008/layout/VerticalCurvedList"/>
    <dgm:cxn modelId="{A03B846A-86EC-4148-9BAC-33E482DBE118}" type="presParOf" srcId="{E0A47E87-52FF-4358-8A10-2943F46B5790}" destId="{0A96D84C-8680-44FD-B6EF-968FAAE5B3EB}" srcOrd="1" destOrd="0" presId="urn:microsoft.com/office/officeart/2008/layout/VerticalCurvedList"/>
    <dgm:cxn modelId="{E5BBFE3D-3F7D-420D-8266-33658B0FF02A}" type="presParOf" srcId="{E0A47E87-52FF-4358-8A10-2943F46B5790}" destId="{3248080B-2472-45B8-B25B-C62DA52C2BCA}" srcOrd="2" destOrd="0" presId="urn:microsoft.com/office/officeart/2008/layout/VerticalCurvedList"/>
    <dgm:cxn modelId="{7C4315EA-E326-4B21-AD9F-358E4CDA001F}" type="presParOf" srcId="{3248080B-2472-45B8-B25B-C62DA52C2BCA}" destId="{3494B464-4142-4138-826E-0893C937D968}" srcOrd="0" destOrd="0" presId="urn:microsoft.com/office/officeart/2008/layout/VerticalCurvedList"/>
    <dgm:cxn modelId="{7B65CF97-F350-43AB-B570-4F0476FA224D}" type="presParOf" srcId="{E0A47E87-52FF-4358-8A10-2943F46B5790}" destId="{B0DBA94B-60F3-4B09-A375-9F9A97E3AA81}" srcOrd="3" destOrd="0" presId="urn:microsoft.com/office/officeart/2008/layout/VerticalCurvedList"/>
    <dgm:cxn modelId="{FE8278F0-AFD6-46C0-9966-67F037A52EB8}" type="presParOf" srcId="{E0A47E87-52FF-4358-8A10-2943F46B5790}" destId="{E7B16120-A76A-4365-A296-888D8E0CFC65}" srcOrd="4" destOrd="0" presId="urn:microsoft.com/office/officeart/2008/layout/VerticalCurvedList"/>
    <dgm:cxn modelId="{B600AB66-C1A6-4F9D-88B4-CDD41A0D8684}" type="presParOf" srcId="{E7B16120-A76A-4365-A296-888D8E0CFC65}" destId="{AD01D25D-71FA-4297-8CA6-8A105BC9F43C}" srcOrd="0" destOrd="0" presId="urn:microsoft.com/office/officeart/2008/layout/VerticalCurvedList"/>
    <dgm:cxn modelId="{7A6E2C46-56AF-4941-B285-A2E7587B619A}" type="presParOf" srcId="{E0A47E87-52FF-4358-8A10-2943F46B5790}" destId="{9C5BBFBB-B23A-408D-93DB-B547E723960E}" srcOrd="5" destOrd="0" presId="urn:microsoft.com/office/officeart/2008/layout/VerticalCurvedList"/>
    <dgm:cxn modelId="{2C441985-225F-4611-8B6C-B4CB5D21BDDE}" type="presParOf" srcId="{E0A47E87-52FF-4358-8A10-2943F46B5790}" destId="{2CA66497-FCF2-49C2-B363-904CCA25A15E}" srcOrd="6" destOrd="0" presId="urn:microsoft.com/office/officeart/2008/layout/VerticalCurvedList"/>
    <dgm:cxn modelId="{25B383A7-0BCD-4C5D-BE41-599F47A4FE07}" type="presParOf" srcId="{2CA66497-FCF2-49C2-B363-904CCA25A15E}" destId="{324BD56B-86A3-4FA6-8314-D38FD1222421}" srcOrd="0" destOrd="0" presId="urn:microsoft.com/office/officeart/2008/layout/VerticalCurvedList"/>
    <dgm:cxn modelId="{14407FA9-159B-4275-8CCC-5304E1382C04}" type="presParOf" srcId="{E0A47E87-52FF-4358-8A10-2943F46B5790}" destId="{65138481-5736-4213-A4D2-F73EB6A32D0B}" srcOrd="7" destOrd="0" presId="urn:microsoft.com/office/officeart/2008/layout/VerticalCurvedList"/>
    <dgm:cxn modelId="{C3F2A9FC-631C-4CD3-9B45-0762D28ABE04}" type="presParOf" srcId="{E0A47E87-52FF-4358-8A10-2943F46B5790}" destId="{F192F492-107E-4D20-9E7B-AC2ACF0B7BC6}" srcOrd="8" destOrd="0" presId="urn:microsoft.com/office/officeart/2008/layout/VerticalCurvedList"/>
    <dgm:cxn modelId="{15576172-E062-4D04-A0EA-E68F02DD4250}" type="presParOf" srcId="{F192F492-107E-4D20-9E7B-AC2ACF0B7BC6}" destId="{AD37A163-8C7D-47CD-B283-EA762E701C5C}" srcOrd="0" destOrd="0" presId="urn:microsoft.com/office/officeart/2008/layout/VerticalCurvedList"/>
    <dgm:cxn modelId="{0385B68F-3F5A-4553-930C-FA7EBAAFFFA4}" type="presParOf" srcId="{E0A47E87-52FF-4358-8A10-2943F46B5790}" destId="{83045BD1-1A67-4E2A-872D-D90670E58FEA}" srcOrd="9" destOrd="0" presId="urn:microsoft.com/office/officeart/2008/layout/VerticalCurvedList"/>
    <dgm:cxn modelId="{22ECC5B2-4867-432F-905D-21B6E02993D7}" type="presParOf" srcId="{E0A47E87-52FF-4358-8A10-2943F46B5790}" destId="{9BC19F3F-0F0B-42C3-A10B-A4C97F874D19}" srcOrd="10" destOrd="0" presId="urn:microsoft.com/office/officeart/2008/layout/VerticalCurvedList"/>
    <dgm:cxn modelId="{A504146D-240A-4CF4-A8D3-D58DCA281443}" type="presParOf" srcId="{9BC19F3F-0F0B-42C3-A10B-A4C97F874D19}" destId="{6FDEA545-6F8E-44A3-BB61-437BCAE6621C}" srcOrd="0" destOrd="0" presId="urn:microsoft.com/office/officeart/2008/layout/VerticalCurvedList"/>
  </dgm:cxnLst>
  <dgm:bg>
    <a:solidFill>
      <a:schemeClr val="lt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D49AD5-674F-4886-8DBD-81C6445DE59A}">
      <dsp:nvSpPr>
        <dsp:cNvPr id="0" name=""/>
        <dsp:cNvSpPr/>
      </dsp:nvSpPr>
      <dsp:spPr>
        <a:xfrm>
          <a:off x="-4342884" y="-666180"/>
          <a:ext cx="5174110" cy="5174110"/>
        </a:xfrm>
        <a:prstGeom prst="blockArc">
          <a:avLst>
            <a:gd name="adj1" fmla="val 18900000"/>
            <a:gd name="adj2" fmla="val 2700000"/>
            <a:gd name="adj3" fmla="val 417"/>
          </a:avLst>
        </a:prstGeom>
        <a:noFill/>
        <a:ln w="25400" cap="flat" cmpd="sng" algn="ctr"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96D84C-8680-44FD-B6EF-968FAAE5B3EB}">
      <dsp:nvSpPr>
        <dsp:cNvPr id="0" name=""/>
        <dsp:cNvSpPr/>
      </dsp:nvSpPr>
      <dsp:spPr>
        <a:xfrm>
          <a:off x="364000" y="240032"/>
          <a:ext cx="5680322" cy="480372"/>
        </a:xfrm>
        <a:prstGeom prst="rect">
          <a:avLst/>
        </a:prstGeom>
        <a:solidFill>
          <a:srgbClr val="B894CC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296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Introduce</a:t>
          </a:r>
        </a:p>
      </dsp:txBody>
      <dsp:txXfrm>
        <a:off x="364000" y="240032"/>
        <a:ext cx="5680322" cy="480372"/>
      </dsp:txXfrm>
    </dsp:sp>
    <dsp:sp modelId="{3494B464-4142-4138-826E-0893C937D968}">
      <dsp:nvSpPr>
        <dsp:cNvPr id="0" name=""/>
        <dsp:cNvSpPr/>
      </dsp:nvSpPr>
      <dsp:spPr>
        <a:xfrm>
          <a:off x="63768" y="179985"/>
          <a:ext cx="600465" cy="600465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DBA94B-60F3-4B09-A375-9F9A97E3AA81}">
      <dsp:nvSpPr>
        <dsp:cNvPr id="0" name=""/>
        <dsp:cNvSpPr/>
      </dsp:nvSpPr>
      <dsp:spPr>
        <a:xfrm>
          <a:off x="708221" y="960360"/>
          <a:ext cx="5336102" cy="480372"/>
        </a:xfrm>
        <a:prstGeom prst="rect">
          <a:avLst/>
        </a:prstGeom>
        <a:solidFill>
          <a:srgbClr val="B894CC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296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vi-VN" sz="26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Datase</a:t>
          </a:r>
          <a:r>
            <a:rPr lang="en-US" sz="26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</a:t>
          </a:r>
          <a:endParaRPr lang="en-US" sz="26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08221" y="960360"/>
        <a:ext cx="5336102" cy="480372"/>
      </dsp:txXfrm>
    </dsp:sp>
    <dsp:sp modelId="{AD01D25D-71FA-4297-8CA6-8A105BC9F43C}">
      <dsp:nvSpPr>
        <dsp:cNvPr id="0" name=""/>
        <dsp:cNvSpPr/>
      </dsp:nvSpPr>
      <dsp:spPr>
        <a:xfrm>
          <a:off x="407988" y="900313"/>
          <a:ext cx="600465" cy="600465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5BBFBB-B23A-408D-93DB-B547E723960E}">
      <dsp:nvSpPr>
        <dsp:cNvPr id="0" name=""/>
        <dsp:cNvSpPr/>
      </dsp:nvSpPr>
      <dsp:spPr>
        <a:xfrm>
          <a:off x="813869" y="1680688"/>
          <a:ext cx="5230453" cy="480372"/>
        </a:xfrm>
        <a:prstGeom prst="rect">
          <a:avLst/>
        </a:prstGeom>
        <a:solidFill>
          <a:srgbClr val="B894CC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296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 Preparation</a:t>
          </a:r>
          <a:endParaRPr lang="en-US" sz="26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13869" y="1680688"/>
        <a:ext cx="5230453" cy="480372"/>
      </dsp:txXfrm>
    </dsp:sp>
    <dsp:sp modelId="{324BD56B-86A3-4FA6-8314-D38FD1222421}">
      <dsp:nvSpPr>
        <dsp:cNvPr id="0" name=""/>
        <dsp:cNvSpPr/>
      </dsp:nvSpPr>
      <dsp:spPr>
        <a:xfrm>
          <a:off x="513637" y="1620641"/>
          <a:ext cx="600465" cy="600465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138481-5736-4213-A4D2-F73EB6A32D0B}">
      <dsp:nvSpPr>
        <dsp:cNvPr id="0" name=""/>
        <dsp:cNvSpPr/>
      </dsp:nvSpPr>
      <dsp:spPr>
        <a:xfrm>
          <a:off x="708221" y="2401016"/>
          <a:ext cx="5336102" cy="480372"/>
        </a:xfrm>
        <a:prstGeom prst="rect">
          <a:avLst/>
        </a:prstGeom>
        <a:solidFill>
          <a:srgbClr val="B894CC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296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6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Dashboard &amp; Insights</a:t>
          </a:r>
          <a:endParaRPr lang="en-US" sz="26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08221" y="2401016"/>
        <a:ext cx="5336102" cy="480372"/>
      </dsp:txXfrm>
    </dsp:sp>
    <dsp:sp modelId="{AD37A163-8C7D-47CD-B283-EA762E701C5C}">
      <dsp:nvSpPr>
        <dsp:cNvPr id="0" name=""/>
        <dsp:cNvSpPr/>
      </dsp:nvSpPr>
      <dsp:spPr>
        <a:xfrm>
          <a:off x="407988" y="2340969"/>
          <a:ext cx="600465" cy="600465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045BD1-1A67-4E2A-872D-D90670E58FEA}">
      <dsp:nvSpPr>
        <dsp:cNvPr id="0" name=""/>
        <dsp:cNvSpPr/>
      </dsp:nvSpPr>
      <dsp:spPr>
        <a:xfrm>
          <a:off x="364000" y="3121344"/>
          <a:ext cx="5680322" cy="480372"/>
        </a:xfrm>
        <a:prstGeom prst="rect">
          <a:avLst/>
        </a:prstGeom>
        <a:solidFill>
          <a:srgbClr val="B894CC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296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Limitations</a:t>
          </a:r>
        </a:p>
      </dsp:txBody>
      <dsp:txXfrm>
        <a:off x="364000" y="3121344"/>
        <a:ext cx="5680322" cy="480372"/>
      </dsp:txXfrm>
    </dsp:sp>
    <dsp:sp modelId="{6FDEA545-6F8E-44A3-BB61-437BCAE6621C}">
      <dsp:nvSpPr>
        <dsp:cNvPr id="0" name=""/>
        <dsp:cNvSpPr/>
      </dsp:nvSpPr>
      <dsp:spPr>
        <a:xfrm>
          <a:off x="63768" y="3061297"/>
          <a:ext cx="600465" cy="600465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E6FF44-D0FE-4986-9821-0EB29018BE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057674-8EAB-43DA-AB9E-407A03955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750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57674-8EAB-43DA-AB9E-407A0395560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069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www.freepik.com/" TargetMode="External"/><Relationship Id="rId7" Type="http://schemas.openxmlformats.org/officeDocument/2006/relationships/image" Target="../media/image5.png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/>
          <p:cNvPicPr/>
          <p:nvPr/>
        </p:nvPicPr>
        <p:blipFill>
          <a:blip r:embed="rId2"/>
          <a:stretch/>
        </p:blipFill>
        <p:spPr>
          <a:xfrm>
            <a:off x="5600880" y="2715840"/>
            <a:ext cx="4000320" cy="229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Google Shape;10;p2"/>
          <p:cNvPicPr/>
          <p:nvPr/>
        </p:nvPicPr>
        <p:blipFill>
          <a:blip r:embed="rId3"/>
          <a:stretch/>
        </p:blipFill>
        <p:spPr>
          <a:xfrm>
            <a:off x="1295640" y="185040"/>
            <a:ext cx="3261960" cy="253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Google Shape;11;p2"/>
          <p:cNvPicPr/>
          <p:nvPr/>
        </p:nvPicPr>
        <p:blipFill>
          <a:blip r:embed="rId4"/>
          <a:stretch/>
        </p:blipFill>
        <p:spPr>
          <a:xfrm>
            <a:off x="338040" y="-438120"/>
            <a:ext cx="2409480" cy="23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Google Shape;12;p2"/>
          <p:cNvPicPr/>
          <p:nvPr/>
        </p:nvPicPr>
        <p:blipFill>
          <a:blip r:embed="rId5"/>
          <a:stretch/>
        </p:blipFill>
        <p:spPr>
          <a:xfrm rot="5400000">
            <a:off x="6911280" y="205920"/>
            <a:ext cx="4339440" cy="311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Google Shape;13;p2"/>
          <p:cNvPicPr/>
          <p:nvPr/>
        </p:nvPicPr>
        <p:blipFill>
          <a:blip r:embed="rId6"/>
          <a:stretch/>
        </p:blipFill>
        <p:spPr>
          <a:xfrm rot="5400000">
            <a:off x="942120" y="2746440"/>
            <a:ext cx="1733400" cy="39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53280" y="1452600"/>
            <a:ext cx="7237080" cy="18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13160" y="1187640"/>
            <a:ext cx="77173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11" name="Google Shape;29;p4"/>
          <p:cNvPicPr/>
          <p:nvPr/>
        </p:nvPicPr>
        <p:blipFill>
          <a:blip r:embed="rId2"/>
          <a:stretch/>
        </p:blipFill>
        <p:spPr>
          <a:xfrm rot="5400000">
            <a:off x="7018560" y="-1769040"/>
            <a:ext cx="1733400" cy="394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Google Shape;30;p4"/>
          <p:cNvPicPr/>
          <p:nvPr/>
        </p:nvPicPr>
        <p:blipFill>
          <a:blip r:embed="rId3"/>
          <a:stretch/>
        </p:blipFill>
        <p:spPr>
          <a:xfrm rot="5400000">
            <a:off x="-2142360" y="1694520"/>
            <a:ext cx="3538080" cy="2030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Google Shape;31;p4"/>
          <p:cNvPicPr/>
          <p:nvPr/>
        </p:nvPicPr>
        <p:blipFill>
          <a:blip r:embed="rId4"/>
          <a:stretch/>
        </p:blipFill>
        <p:spPr>
          <a:xfrm>
            <a:off x="8430840" y="2721240"/>
            <a:ext cx="1665720" cy="16131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961280" y="2057400"/>
            <a:ext cx="5220720" cy="601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1961280" y="2718000"/>
            <a:ext cx="5220720" cy="1434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16" name="Google Shape;353;p36"/>
          <p:cNvPicPr/>
          <p:nvPr/>
        </p:nvPicPr>
        <p:blipFill>
          <a:blip r:embed="rId2"/>
          <a:stretch/>
        </p:blipFill>
        <p:spPr>
          <a:xfrm rot="5400000">
            <a:off x="7175520" y="3103560"/>
            <a:ext cx="1947240" cy="188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Google Shape;354;p36"/>
          <p:cNvPicPr/>
          <p:nvPr/>
        </p:nvPicPr>
        <p:blipFill>
          <a:blip r:embed="rId3"/>
          <a:stretch/>
        </p:blipFill>
        <p:spPr>
          <a:xfrm rot="10800000">
            <a:off x="7439400" y="-815400"/>
            <a:ext cx="2927160" cy="227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Google Shape;355;p36"/>
          <p:cNvPicPr/>
          <p:nvPr/>
        </p:nvPicPr>
        <p:blipFill>
          <a:blip r:embed="rId4"/>
          <a:stretch/>
        </p:blipFill>
        <p:spPr>
          <a:xfrm rot="7597200">
            <a:off x="6955560" y="1429920"/>
            <a:ext cx="2386440" cy="438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Google Shape;356;p36"/>
          <p:cNvPicPr/>
          <p:nvPr/>
        </p:nvPicPr>
        <p:blipFill>
          <a:blip r:embed="rId5"/>
          <a:stretch/>
        </p:blipFill>
        <p:spPr>
          <a:xfrm rot="18705000">
            <a:off x="7188120" y="-716760"/>
            <a:ext cx="1733400" cy="394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Google Shape;357;p36"/>
          <p:cNvPicPr/>
          <p:nvPr/>
        </p:nvPicPr>
        <p:blipFill>
          <a:blip r:embed="rId6"/>
          <a:stretch/>
        </p:blipFill>
        <p:spPr>
          <a:xfrm rot="3883200">
            <a:off x="209160" y="2630520"/>
            <a:ext cx="2568600" cy="147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Google Shape;358;p36"/>
          <p:cNvPicPr/>
          <p:nvPr/>
        </p:nvPicPr>
        <p:blipFill>
          <a:blip r:embed="rId2"/>
          <a:stretch/>
        </p:blipFill>
        <p:spPr>
          <a:xfrm rot="5400000">
            <a:off x="-1153080" y="3033000"/>
            <a:ext cx="1947240" cy="188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Google Shape;359;p36"/>
          <p:cNvPicPr/>
          <p:nvPr/>
        </p:nvPicPr>
        <p:blipFill>
          <a:blip r:embed="rId3"/>
          <a:stretch/>
        </p:blipFill>
        <p:spPr>
          <a:xfrm rot="10800000">
            <a:off x="-889560" y="-886320"/>
            <a:ext cx="2927160" cy="227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Google Shape;360;p36"/>
          <p:cNvPicPr/>
          <p:nvPr/>
        </p:nvPicPr>
        <p:blipFill>
          <a:blip r:embed="rId4"/>
          <a:stretch/>
        </p:blipFill>
        <p:spPr>
          <a:xfrm rot="7597200">
            <a:off x="-1372680" y="1359360"/>
            <a:ext cx="2386440" cy="438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Google Shape;361;p36"/>
          <p:cNvPicPr/>
          <p:nvPr/>
        </p:nvPicPr>
        <p:blipFill>
          <a:blip r:embed="rId5"/>
          <a:stretch/>
        </p:blipFill>
        <p:spPr>
          <a:xfrm rot="18705000">
            <a:off x="-1140120" y="-787680"/>
            <a:ext cx="1733400" cy="3947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26" name="Google Shape;390;p39"/>
          <p:cNvPicPr/>
          <p:nvPr/>
        </p:nvPicPr>
        <p:blipFill>
          <a:blip r:embed="rId2"/>
          <a:stretch/>
        </p:blipFill>
        <p:spPr>
          <a:xfrm rot="9160800">
            <a:off x="7533720" y="-626400"/>
            <a:ext cx="2001960" cy="4559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Google Shape;391;p39"/>
          <p:cNvPicPr/>
          <p:nvPr/>
        </p:nvPicPr>
        <p:blipFill>
          <a:blip r:embed="rId3"/>
          <a:stretch/>
        </p:blipFill>
        <p:spPr>
          <a:xfrm rot="12740400">
            <a:off x="-1145880" y="1931760"/>
            <a:ext cx="2568600" cy="147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Google Shape;392;p39"/>
          <p:cNvPicPr/>
          <p:nvPr/>
        </p:nvPicPr>
        <p:blipFill>
          <a:blip r:embed="rId4"/>
          <a:stretch/>
        </p:blipFill>
        <p:spPr>
          <a:xfrm rot="16200000">
            <a:off x="31320" y="1470240"/>
            <a:ext cx="1392840" cy="134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Google Shape;393;p39"/>
          <p:cNvPicPr/>
          <p:nvPr/>
        </p:nvPicPr>
        <p:blipFill>
          <a:blip r:embed="rId5"/>
          <a:stretch/>
        </p:blipFill>
        <p:spPr>
          <a:xfrm rot="16200000">
            <a:off x="-1511640" y="3484080"/>
            <a:ext cx="4007880" cy="287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Google Shape;394;p39"/>
          <p:cNvPicPr/>
          <p:nvPr/>
        </p:nvPicPr>
        <p:blipFill>
          <a:blip r:embed="rId6"/>
          <a:stretch/>
        </p:blipFill>
        <p:spPr>
          <a:xfrm rot="10134600">
            <a:off x="8170920" y="1157040"/>
            <a:ext cx="1923840" cy="466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733480" y="539640"/>
            <a:ext cx="3677040" cy="991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Google Shape;464;p47"/>
          <p:cNvSpPr/>
          <p:nvPr/>
        </p:nvSpPr>
        <p:spPr>
          <a:xfrm>
            <a:off x="2733120" y="3270600"/>
            <a:ext cx="3677400" cy="75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CREDITS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: This presentation template was created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Karla"/>
                <a:ea typeface="Karla"/>
                <a:hlinkClick r:id="rId2"/>
              </a:rPr>
              <a:t>Slidesgo</a:t>
            </a: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,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including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Karla"/>
                <a:ea typeface="Karla"/>
                <a:hlinkClick r:id="rId3"/>
              </a:rPr>
              <a:t>Freepik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4" name="Google Shape;465;p47"/>
          <p:cNvPicPr/>
          <p:nvPr/>
        </p:nvPicPr>
        <p:blipFill>
          <a:blip r:embed="rId4"/>
          <a:stretch/>
        </p:blipFill>
        <p:spPr>
          <a:xfrm rot="5400000">
            <a:off x="-590040" y="1290960"/>
            <a:ext cx="2786040" cy="216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Google Shape;466;p47"/>
          <p:cNvPicPr/>
          <p:nvPr/>
        </p:nvPicPr>
        <p:blipFill>
          <a:blip r:embed="rId5"/>
          <a:stretch/>
        </p:blipFill>
        <p:spPr>
          <a:xfrm rot="5400000">
            <a:off x="390240" y="192960"/>
            <a:ext cx="2057760" cy="199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Google Shape;467;p47"/>
          <p:cNvPicPr/>
          <p:nvPr/>
        </p:nvPicPr>
        <p:blipFill>
          <a:blip r:embed="rId6"/>
          <a:stretch/>
        </p:blipFill>
        <p:spPr>
          <a:xfrm rot="16200000">
            <a:off x="-988920" y="3092040"/>
            <a:ext cx="4033080" cy="289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Google Shape;468;p47"/>
          <p:cNvPicPr/>
          <p:nvPr/>
        </p:nvPicPr>
        <p:blipFill>
          <a:blip r:embed="rId7"/>
          <a:stretch/>
        </p:blipFill>
        <p:spPr>
          <a:xfrm rot="3547200">
            <a:off x="7590240" y="1978560"/>
            <a:ext cx="1674360" cy="381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Google Shape;469;p47"/>
          <p:cNvPicPr/>
          <p:nvPr/>
        </p:nvPicPr>
        <p:blipFill>
          <a:blip r:embed="rId8"/>
          <a:stretch/>
        </p:blipFill>
        <p:spPr>
          <a:xfrm rot="20934600">
            <a:off x="6798960" y="-791280"/>
            <a:ext cx="1769040" cy="4291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9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78982A-3CB7-544E-ABB5-9A704963C0E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B894CC"/>
              </a:gs>
              <a:gs pos="100000">
                <a:srgbClr val="DBC9E5"/>
              </a:gs>
            </a:gsLst>
            <a:lin ang="2154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5BDBBD23-0DB8-0A69-D601-261BAD26600F}"/>
              </a:ext>
            </a:extLst>
          </p:cNvPr>
          <p:cNvSpPr/>
          <p:nvPr/>
        </p:nvSpPr>
        <p:spPr>
          <a:xfrm>
            <a:off x="0" y="4240161"/>
            <a:ext cx="2175387" cy="456840"/>
          </a:xfrm>
          <a:prstGeom prst="homePlate">
            <a:avLst/>
          </a:prstGeom>
          <a:solidFill>
            <a:srgbClr val="DBC9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0" y="1758247"/>
            <a:ext cx="5934469" cy="162700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55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0" b="0" u="none" strike="noStrike" dirty="0">
                <a:solidFill>
                  <a:srgbClr val="000000"/>
                </a:solidFill>
                <a:effectLst/>
                <a:uFillTx/>
                <a:latin typeface="DM Serif Display"/>
              </a:rPr>
              <a:t>AURORA BANK 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0" b="0" u="none" strike="noStrike" dirty="0">
                <a:solidFill>
                  <a:srgbClr val="000000"/>
                </a:solidFill>
                <a:effectLst/>
                <a:uFillTx/>
                <a:latin typeface="DM Serif Display"/>
              </a:rPr>
              <a:t>REPORT</a:t>
            </a:r>
            <a:endParaRPr lang="en-US" sz="9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0" y="4240161"/>
            <a:ext cx="1986405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latin typeface="Georgia" panose="02040502050405020303" pitchFamily="18" charset="0"/>
              </a:rPr>
              <a:t>Prepared by Lan Chi</a:t>
            </a:r>
            <a:endParaRPr lang="en-US" sz="1400" b="0" u="none" strike="noStrike" dirty="0">
              <a:uFillTx/>
              <a:latin typeface="Georgia" panose="02040502050405020303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2F56FF-E400-4105-7314-0D6408272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202" y="1229412"/>
            <a:ext cx="2684676" cy="2684676"/>
          </a:xfrm>
          <a:prstGeom prst="rect">
            <a:avLst/>
          </a:prstGeom>
          <a:effectLst>
            <a:reflection blurRad="38100" stA="50000" endPos="30000" dist="635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/>
          <p:cNvSpPr/>
          <p:nvPr/>
        </p:nvSpPr>
        <p:spPr>
          <a:xfrm>
            <a:off x="3481085" y="220353"/>
            <a:ext cx="2181829" cy="468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dirty="0">
                <a:latin typeface="DM Serif Display"/>
              </a:rPr>
              <a:t>CONTENTS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3530366-C558-8342-8638-383083D76E0B}"/>
              </a:ext>
            </a:extLst>
          </p:cNvPr>
          <p:cNvGrpSpPr/>
          <p:nvPr/>
        </p:nvGrpSpPr>
        <p:grpSpPr>
          <a:xfrm>
            <a:off x="2799735" y="773794"/>
            <a:ext cx="6096000" cy="3841749"/>
            <a:chOff x="2814483" y="928652"/>
            <a:chExt cx="6096000" cy="3841749"/>
          </a:xfrm>
        </p:grpSpPr>
        <p:graphicFrame>
          <p:nvGraphicFramePr>
            <p:cNvPr id="3" name="Diagram 2">
              <a:extLst>
                <a:ext uri="{FF2B5EF4-FFF2-40B4-BE49-F238E27FC236}">
                  <a16:creationId xmlns:a16="http://schemas.microsoft.com/office/drawing/2014/main" id="{5523EF79-A21C-6FD7-5716-5BD72B59561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838701236"/>
                </p:ext>
              </p:extLst>
            </p:nvPr>
          </p:nvGraphicFramePr>
          <p:xfrm>
            <a:off x="2814483" y="928652"/>
            <a:ext cx="6096000" cy="384174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EE6176-4377-B115-64DE-BD5C2C5D477A}"/>
                </a:ext>
              </a:extLst>
            </p:cNvPr>
            <p:cNvSpPr txBox="1"/>
            <p:nvPr/>
          </p:nvSpPr>
          <p:spPr>
            <a:xfrm>
              <a:off x="2959626" y="1211681"/>
              <a:ext cx="4354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828441E-3121-5978-C7E5-3F941B164B1D}"/>
                </a:ext>
              </a:extLst>
            </p:cNvPr>
            <p:cNvSpPr txBox="1"/>
            <p:nvPr/>
          </p:nvSpPr>
          <p:spPr>
            <a:xfrm>
              <a:off x="3307969" y="1945620"/>
              <a:ext cx="4354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E727412-0644-E219-5829-60B9AFB056BE}"/>
                </a:ext>
              </a:extLst>
            </p:cNvPr>
            <p:cNvSpPr txBox="1"/>
            <p:nvPr/>
          </p:nvSpPr>
          <p:spPr>
            <a:xfrm>
              <a:off x="3395054" y="2649471"/>
              <a:ext cx="4354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23EC434-DF96-B2C8-AB52-AB2278407339}"/>
                </a:ext>
              </a:extLst>
            </p:cNvPr>
            <p:cNvSpPr txBox="1"/>
            <p:nvPr/>
          </p:nvSpPr>
          <p:spPr>
            <a:xfrm>
              <a:off x="3307969" y="3362698"/>
              <a:ext cx="4354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F94A8CD-884F-4D3C-B673-BE38C9F59925}"/>
                </a:ext>
              </a:extLst>
            </p:cNvPr>
            <p:cNvSpPr txBox="1"/>
            <p:nvPr/>
          </p:nvSpPr>
          <p:spPr>
            <a:xfrm>
              <a:off x="2959626" y="4075925"/>
              <a:ext cx="4354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</p:grp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FBC26CEB-81F2-6112-4F24-7F7754A36B31}"/>
              </a:ext>
            </a:extLst>
          </p:cNvPr>
          <p:cNvSpPr/>
          <p:nvPr/>
        </p:nvSpPr>
        <p:spPr>
          <a:xfrm>
            <a:off x="0" y="-3436373"/>
            <a:ext cx="2685143" cy="8579874"/>
          </a:xfrm>
          <a:prstGeom prst="rtTriangl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9F79255-D8C8-23F4-B83F-7A6DC8E4FD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741" y="1456901"/>
            <a:ext cx="1950994" cy="19509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9B655D-BB99-6995-7845-7814B4600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7037033-F646-2B95-AB77-CEACD74B8479}"/>
              </a:ext>
            </a:extLst>
          </p:cNvPr>
          <p:cNvSpPr/>
          <p:nvPr/>
        </p:nvSpPr>
        <p:spPr>
          <a:xfrm>
            <a:off x="0" y="1"/>
            <a:ext cx="9144000" cy="5143498"/>
          </a:xfrm>
          <a:prstGeom prst="rect">
            <a:avLst/>
          </a:prstGeom>
          <a:gradFill>
            <a:gsLst>
              <a:gs pos="0">
                <a:srgbClr val="B894CC"/>
              </a:gs>
              <a:gs pos="25000">
                <a:schemeClr val="bg1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A662027-7DB9-F9BB-BDBE-1D1D33DA786F}"/>
              </a:ext>
            </a:extLst>
          </p:cNvPr>
          <p:cNvSpPr/>
          <p:nvPr/>
        </p:nvSpPr>
        <p:spPr>
          <a:xfrm>
            <a:off x="476280" y="3808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000000"/>
                </a:solidFill>
                <a:effectLst/>
                <a:uFillTx/>
                <a:latin typeface="DM Serif Display"/>
              </a:rPr>
              <a:t>1. Introduce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23F00B-DBC0-0008-257C-248091912ECB}"/>
              </a:ext>
            </a:extLst>
          </p:cNvPr>
          <p:cNvSpPr txBox="1"/>
          <p:nvPr/>
        </p:nvSpPr>
        <p:spPr>
          <a:xfrm>
            <a:off x="1091022" y="1069301"/>
            <a:ext cx="7576338" cy="36933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What is Aurora Bank?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Aurora Bank is a retail bank.</a:t>
            </a:r>
          </a:p>
          <a:p>
            <a:pPr algn="just"/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Context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digital transformation, the bank must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revenue growth through card spending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bad debt risk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transaction logs, KYC data, and credit history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management dashboard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supporting:</a:t>
            </a: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Credit limit decisions </a:t>
            </a: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Personalized marketing </a:t>
            </a: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Financial fraud detection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raphic 3" descr="Questions">
            <a:extLst>
              <a:ext uri="{FF2B5EF4-FFF2-40B4-BE49-F238E27FC236}">
                <a16:creationId xmlns:a16="http://schemas.microsoft.com/office/drawing/2014/main" id="{01357EB3-E6D3-7AE2-B4B1-542F047326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776" y="1148379"/>
            <a:ext cx="521246" cy="521246"/>
          </a:xfrm>
          <a:prstGeom prst="rect">
            <a:avLst/>
          </a:prstGeom>
        </p:spPr>
      </p:pic>
      <p:pic>
        <p:nvPicPr>
          <p:cNvPr id="7" name="Graphic 6" descr="Money">
            <a:extLst>
              <a:ext uri="{FF2B5EF4-FFF2-40B4-BE49-F238E27FC236}">
                <a16:creationId xmlns:a16="http://schemas.microsoft.com/office/drawing/2014/main" id="{0C5382AA-F6B8-CE0F-5DC3-D1ACB0192F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9776" y="2050504"/>
            <a:ext cx="521246" cy="521246"/>
          </a:xfrm>
          <a:prstGeom prst="rect">
            <a:avLst/>
          </a:prstGeom>
        </p:spPr>
      </p:pic>
      <p:pic>
        <p:nvPicPr>
          <p:cNvPr id="9" name="Graphic 8" descr="Hierarchy">
            <a:extLst>
              <a:ext uri="{FF2B5EF4-FFF2-40B4-BE49-F238E27FC236}">
                <a16:creationId xmlns:a16="http://schemas.microsoft.com/office/drawing/2014/main" id="{DEFFE907-E33F-9A0F-88C2-03224CCF36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9775" y="3473876"/>
            <a:ext cx="521247" cy="52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2651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D1EE7F2-C600-906D-E3D0-986035974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1C12551D-3244-713B-DB6D-CE43189C63AC}"/>
              </a:ext>
            </a:extLst>
          </p:cNvPr>
          <p:cNvSpPr/>
          <p:nvPr/>
        </p:nvSpPr>
        <p:spPr>
          <a:xfrm>
            <a:off x="453245" y="201706"/>
            <a:ext cx="14515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DM Serif Display"/>
              </a:rPr>
              <a:t>2. Dataset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8EBC3A6-EF56-5B41-0B68-E1D51BD42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969351"/>
              </p:ext>
            </p:extLst>
          </p:nvPr>
        </p:nvGraphicFramePr>
        <p:xfrm>
          <a:off x="453245" y="836930"/>
          <a:ext cx="8237512" cy="409917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118756">
                  <a:extLst>
                    <a:ext uri="{9D8B030D-6E8A-4147-A177-3AD203B41FA5}">
                      <a16:colId xmlns:a16="http://schemas.microsoft.com/office/drawing/2014/main" val="4196484737"/>
                    </a:ext>
                  </a:extLst>
                </a:gridCol>
                <a:gridCol w="4118756">
                  <a:extLst>
                    <a:ext uri="{9D8B030D-6E8A-4147-A177-3AD203B41FA5}">
                      <a16:colId xmlns:a16="http://schemas.microsoft.com/office/drawing/2014/main" val="616131602"/>
                    </a:ext>
                  </a:extLst>
                </a:gridCol>
              </a:tblGrid>
              <a:tr h="2744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Column Name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Meaning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243575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 (Primary Key)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Unique identifier for each transaction.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7243266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 of the transaction.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50055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client_id (Foreign Key to users_data.id)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Identifier linking the transaction to the user in the users_data table.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296596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card_id (Foreign Key to cards_data.id)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Identifier linking the transaction to the respective card in the </a:t>
                      </a:r>
                      <a:r>
                        <a:rPr lang="en-US" sz="1200" kern="1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cards_data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table.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074554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amount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Transaction amount in the respective currency.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364111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use_chip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Boolean/Flag indicating if the chip was used during the transaction.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924372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merchant_id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Unique identifier of the merchant.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77390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merchant_city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City where the merchant is located.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366110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merchant_state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State where the merchant is located.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796211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zip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ZIP code of the merchant's location.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344149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mcc (Foreign Key to mcc_codes.mcc_id)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Merchant Category Code representing the type of merchant or transaction.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222676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errors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Any errors encountered during the transaction (if any).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627837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1A36FE94-A3C2-52DE-7AF2-3A7E17FE973A}"/>
              </a:ext>
            </a:extLst>
          </p:cNvPr>
          <p:cNvSpPr/>
          <p:nvPr/>
        </p:nvSpPr>
        <p:spPr>
          <a:xfrm>
            <a:off x="3681893" y="382426"/>
            <a:ext cx="1780215" cy="361440"/>
          </a:xfrm>
          <a:prstGeom prst="rect">
            <a:avLst/>
          </a:prstGeom>
          <a:gradFill flip="none" rotWithShape="1">
            <a:gsLst>
              <a:gs pos="0">
                <a:srgbClr val="B894CC"/>
              </a:gs>
              <a:gs pos="50000">
                <a:srgbClr val="DBC9E5"/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Transaction Table</a:t>
            </a:r>
          </a:p>
        </p:txBody>
      </p:sp>
    </p:spTree>
    <p:extLst>
      <p:ext uri="{BB962C8B-B14F-4D97-AF65-F5344CB8AC3E}">
        <p14:creationId xmlns:p14="http://schemas.microsoft.com/office/powerpoint/2010/main" val="34910544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CDE192E-D0E7-099D-4098-060D13BDC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B88FF632-4C19-9F33-7EA7-C1BB27EA9B80}"/>
              </a:ext>
            </a:extLst>
          </p:cNvPr>
          <p:cNvSpPr/>
          <p:nvPr/>
        </p:nvSpPr>
        <p:spPr>
          <a:xfrm>
            <a:off x="453245" y="201706"/>
            <a:ext cx="14515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DM Serif Display"/>
              </a:rPr>
              <a:t>2. Dataset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1DA5EBD-4AC3-7ACD-948C-97098A8DEE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797712"/>
              </p:ext>
            </p:extLst>
          </p:nvPr>
        </p:nvGraphicFramePr>
        <p:xfrm>
          <a:off x="453245" y="836930"/>
          <a:ext cx="8237512" cy="356743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118756">
                  <a:extLst>
                    <a:ext uri="{9D8B030D-6E8A-4147-A177-3AD203B41FA5}">
                      <a16:colId xmlns:a16="http://schemas.microsoft.com/office/drawing/2014/main" val="4196484737"/>
                    </a:ext>
                  </a:extLst>
                </a:gridCol>
                <a:gridCol w="4118756">
                  <a:extLst>
                    <a:ext uri="{9D8B030D-6E8A-4147-A177-3AD203B41FA5}">
                      <a16:colId xmlns:a16="http://schemas.microsoft.com/office/drawing/2014/main" val="616131602"/>
                    </a:ext>
                  </a:extLst>
                </a:gridCol>
              </a:tblGrid>
              <a:tr h="2744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Column Name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Meaning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243575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 (Primary Key)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Unique identifier for each credit card.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50055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client_id (Foreign Key to users_data.id)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Identifier linking the card to its owner in the users_data table.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296596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card_brand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Brand or issuer of the credit card (e.g., Visa, Mastercard).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074554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card_type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Type/category of the card (e.g., debit, credit, etc.).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364111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card_number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Unique number on the credit card.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924372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expires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Expiry date of the credit card.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77390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cvv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Security code of the card.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366110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has_chip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Boolean/Flag indicating if the card has an EMV chip.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796211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num_cards_issued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Total number of cards issued for the same account.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344149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credit_limit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Credit limit assigned to the card.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222676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acct_open_date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Date the credit card account was opened.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627837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year_pin_last_changed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Year the card’s PIN was last changed.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238640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349ED99D-FCD0-90F8-4FB8-8015105E4F38}"/>
              </a:ext>
            </a:extLst>
          </p:cNvPr>
          <p:cNvSpPr/>
          <p:nvPr/>
        </p:nvSpPr>
        <p:spPr>
          <a:xfrm>
            <a:off x="3959307" y="382426"/>
            <a:ext cx="1225386" cy="361440"/>
          </a:xfrm>
          <a:prstGeom prst="rect">
            <a:avLst/>
          </a:prstGeom>
          <a:gradFill flip="none" rotWithShape="1">
            <a:gsLst>
              <a:gs pos="0">
                <a:srgbClr val="B894CC"/>
              </a:gs>
              <a:gs pos="50000">
                <a:srgbClr val="DBC9E5"/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Cards Table</a:t>
            </a:r>
          </a:p>
        </p:txBody>
      </p:sp>
    </p:spTree>
    <p:extLst>
      <p:ext uri="{BB962C8B-B14F-4D97-AF65-F5344CB8AC3E}">
        <p14:creationId xmlns:p14="http://schemas.microsoft.com/office/powerpoint/2010/main" val="16346530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AE91DBA-ED5D-E401-2300-0C904D387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B42A7B9B-3754-656F-7A0F-5C23F2107151}"/>
              </a:ext>
            </a:extLst>
          </p:cNvPr>
          <p:cNvSpPr/>
          <p:nvPr/>
        </p:nvSpPr>
        <p:spPr>
          <a:xfrm>
            <a:off x="453245" y="201706"/>
            <a:ext cx="14515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DM Serif Display"/>
              </a:rPr>
              <a:t>2. Dataset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F4BAB20-416C-CCB0-974C-797BC2ED3E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114862"/>
              </p:ext>
            </p:extLst>
          </p:nvPr>
        </p:nvGraphicFramePr>
        <p:xfrm>
          <a:off x="453245" y="836930"/>
          <a:ext cx="8237512" cy="411627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118756">
                  <a:extLst>
                    <a:ext uri="{9D8B030D-6E8A-4147-A177-3AD203B41FA5}">
                      <a16:colId xmlns:a16="http://schemas.microsoft.com/office/drawing/2014/main" val="4196484737"/>
                    </a:ext>
                  </a:extLst>
                </a:gridCol>
                <a:gridCol w="4118756">
                  <a:extLst>
                    <a:ext uri="{9D8B030D-6E8A-4147-A177-3AD203B41FA5}">
                      <a16:colId xmlns:a16="http://schemas.microsoft.com/office/drawing/2014/main" val="616131602"/>
                    </a:ext>
                  </a:extLst>
                </a:gridCol>
              </a:tblGrid>
              <a:tr h="2744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Column Name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Meaning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243575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 (Primary Key)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Unique identifier for each user.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50055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current_age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Current age of the user.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296596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retirement_age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Declared retirement age of the user.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074554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birth_year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Year of birth for the user.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364111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birth_month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Month of birth for the user.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924372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gender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Gender of the user ( male or female).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77390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address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Residential address of the user.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366110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latitude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Latitude of the user’s residence.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796211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longitude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Longitude of the user’s residence.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344149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per_capita_income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Per capita income of the user.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222676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yearly_income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Total yearly income of the user.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627837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total_debt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Total amount of debt owed by the user.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238640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credit_score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Credit score rating of the user.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90278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num_credit_cards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Number of credit cards owned by the user.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720970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616323B8-E183-6F0A-3462-15CCF49B2CB4}"/>
              </a:ext>
            </a:extLst>
          </p:cNvPr>
          <p:cNvSpPr/>
          <p:nvPr/>
        </p:nvSpPr>
        <p:spPr>
          <a:xfrm>
            <a:off x="3959307" y="382426"/>
            <a:ext cx="1225386" cy="361440"/>
          </a:xfrm>
          <a:prstGeom prst="rect">
            <a:avLst/>
          </a:prstGeom>
          <a:gradFill flip="none" rotWithShape="1">
            <a:gsLst>
              <a:gs pos="0">
                <a:srgbClr val="B894CC"/>
              </a:gs>
              <a:gs pos="50000">
                <a:srgbClr val="DBC9E5"/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Users Table</a:t>
            </a:r>
          </a:p>
        </p:txBody>
      </p:sp>
    </p:spTree>
    <p:extLst>
      <p:ext uri="{BB962C8B-B14F-4D97-AF65-F5344CB8AC3E}">
        <p14:creationId xmlns:p14="http://schemas.microsoft.com/office/powerpoint/2010/main" val="27946735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7022DC8-8F51-0312-1C84-D3ADF9F5E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FDB55FBC-342B-4067-43A6-8E505B070385}"/>
              </a:ext>
            </a:extLst>
          </p:cNvPr>
          <p:cNvSpPr/>
          <p:nvPr/>
        </p:nvSpPr>
        <p:spPr>
          <a:xfrm>
            <a:off x="453245" y="201706"/>
            <a:ext cx="14515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DM Serif Display"/>
              </a:rPr>
              <a:t>2. Dataset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9A439A2-1AFE-F67B-ED28-BE399BE54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623239"/>
              </p:ext>
            </p:extLst>
          </p:nvPr>
        </p:nvGraphicFramePr>
        <p:xfrm>
          <a:off x="453245" y="1035050"/>
          <a:ext cx="8237512" cy="106820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118756">
                  <a:extLst>
                    <a:ext uri="{9D8B030D-6E8A-4147-A177-3AD203B41FA5}">
                      <a16:colId xmlns:a16="http://schemas.microsoft.com/office/drawing/2014/main" val="4196484737"/>
                    </a:ext>
                  </a:extLst>
                </a:gridCol>
                <a:gridCol w="4118756">
                  <a:extLst>
                    <a:ext uri="{9D8B030D-6E8A-4147-A177-3AD203B41FA5}">
                      <a16:colId xmlns:a16="http://schemas.microsoft.com/office/drawing/2014/main" val="616131602"/>
                    </a:ext>
                  </a:extLst>
                </a:gridCol>
              </a:tblGrid>
              <a:tr h="2744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Column Name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Meaning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243575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mcc_id (Primary Key)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Unique identifier for each Merchant Category Code.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50055"/>
                  </a:ext>
                </a:extLst>
              </a:tr>
              <a:tr h="35048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Description of the merchant category (e.g., grocery, travel, entertainment).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296596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173A3540-12B6-90A8-5D5B-3E104027D46F}"/>
              </a:ext>
            </a:extLst>
          </p:cNvPr>
          <p:cNvSpPr/>
          <p:nvPr/>
        </p:nvSpPr>
        <p:spPr>
          <a:xfrm>
            <a:off x="3690343" y="382426"/>
            <a:ext cx="1763314" cy="361440"/>
          </a:xfrm>
          <a:prstGeom prst="rect">
            <a:avLst/>
          </a:prstGeom>
          <a:gradFill flip="none" rotWithShape="1">
            <a:gsLst>
              <a:gs pos="0">
                <a:srgbClr val="B894CC"/>
              </a:gs>
              <a:gs pos="50000">
                <a:srgbClr val="DBC9E5"/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Mcc_codes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u="none" strike="noStrike" dirty="0"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156379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80A2A2A-23E5-5A15-CA5D-DB23C1694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228B0692-1538-F5C8-4E56-F321FD3C90CC}"/>
              </a:ext>
            </a:extLst>
          </p:cNvPr>
          <p:cNvSpPr/>
          <p:nvPr/>
        </p:nvSpPr>
        <p:spPr>
          <a:xfrm>
            <a:off x="453245" y="201706"/>
            <a:ext cx="14515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DM Serif Display"/>
              </a:rPr>
              <a:t>2. Dataset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FCCCE3-CED7-32A3-6041-062ADC1F94D3}"/>
              </a:ext>
            </a:extLst>
          </p:cNvPr>
          <p:cNvSpPr/>
          <p:nvPr/>
        </p:nvSpPr>
        <p:spPr>
          <a:xfrm>
            <a:off x="3704451" y="382426"/>
            <a:ext cx="1735098" cy="361440"/>
          </a:xfrm>
          <a:prstGeom prst="rect">
            <a:avLst/>
          </a:prstGeom>
          <a:gradFill flip="none" rotWithShape="1">
            <a:gsLst>
              <a:gs pos="0">
                <a:srgbClr val="B894CC"/>
              </a:gs>
              <a:gs pos="50000">
                <a:srgbClr val="DBC9E5"/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>
              <a:tabLst>
                <a:tab pos="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</a:t>
            </a:r>
            <a:r>
              <a:rPr lang="en-US" sz="1600" b="1" u="none" strike="noStrike" dirty="0"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65E304-9F56-60E0-0B8E-CF257F3A4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509703"/>
              </p:ext>
            </p:extLst>
          </p:nvPr>
        </p:nvGraphicFramePr>
        <p:xfrm>
          <a:off x="453245" y="1004570"/>
          <a:ext cx="2165414" cy="329301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65414">
                  <a:extLst>
                    <a:ext uri="{9D8B030D-6E8A-4147-A177-3AD203B41FA5}">
                      <a16:colId xmlns:a16="http://schemas.microsoft.com/office/drawing/2014/main" val="4196484737"/>
                    </a:ext>
                  </a:extLst>
                </a:gridCol>
              </a:tblGrid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vi-VN" sz="12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Customer Summary</a:t>
                      </a:r>
                      <a:r>
                        <a:rPr lang="en-US" sz="12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Table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243575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vi-V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Client_id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50055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vi-V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Credit Transaction Count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296596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vi-V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Transaction Count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074554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vi-V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Credit Usage Rate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364111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vi-V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Credit Transaction Count Group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924372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vi-V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Active Month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77390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vi-V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Stable Activity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366110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vi-V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Transaction Count per Customer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796211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vi-V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Transaction Count Group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344149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vi-V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Customer Error Transaction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222676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vi-VN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Customer Error Rate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62783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518B180-99EE-96DF-C5EA-57CF220E0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466790"/>
              </p:ext>
            </p:extLst>
          </p:nvPr>
        </p:nvGraphicFramePr>
        <p:xfrm>
          <a:off x="3489293" y="1004570"/>
          <a:ext cx="2165414" cy="192092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65414">
                  <a:extLst>
                    <a:ext uri="{9D8B030D-6E8A-4147-A177-3AD203B41FA5}">
                      <a16:colId xmlns:a16="http://schemas.microsoft.com/office/drawing/2014/main" val="4196484737"/>
                    </a:ext>
                  </a:extLst>
                </a:gridCol>
              </a:tblGrid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vi-VN" sz="12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</a:t>
                      </a:r>
                      <a:r>
                        <a:rPr lang="en-US" sz="12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Table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243575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vi-V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50055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vi-V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296596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vi-V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Month No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074554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vi-V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Month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364111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vi-V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Quarter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924372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vi-VN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Year-Month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7739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286445-4C0A-50CA-5170-3FD1DF5662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433630"/>
              </p:ext>
            </p:extLst>
          </p:nvPr>
        </p:nvGraphicFramePr>
        <p:xfrm>
          <a:off x="6525341" y="1004570"/>
          <a:ext cx="2165414" cy="109767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65414">
                  <a:extLst>
                    <a:ext uri="{9D8B030D-6E8A-4147-A177-3AD203B41FA5}">
                      <a16:colId xmlns:a16="http://schemas.microsoft.com/office/drawing/2014/main" val="4196484737"/>
                    </a:ext>
                  </a:extLst>
                </a:gridCol>
              </a:tblGrid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vi-VN" sz="12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Transactions_error</a:t>
                      </a:r>
                      <a:r>
                        <a:rPr lang="en-US" sz="12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Table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243575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vi-VN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Transaction_id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50055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vi-VN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Error_type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296596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vi-VN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Client_id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074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39807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19D3819-EE67-859D-73DE-813690590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088960BD-5A06-9D28-E831-9C739A22D782}"/>
              </a:ext>
            </a:extLst>
          </p:cNvPr>
          <p:cNvSpPr/>
          <p:nvPr/>
        </p:nvSpPr>
        <p:spPr>
          <a:xfrm>
            <a:off x="453245" y="201706"/>
            <a:ext cx="14515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DM Serif Display"/>
              </a:rPr>
              <a:t>2. Dataset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C7D546-2AF3-78C0-CD77-FE8E723AC2F5}"/>
              </a:ext>
            </a:extLst>
          </p:cNvPr>
          <p:cNvSpPr/>
          <p:nvPr/>
        </p:nvSpPr>
        <p:spPr>
          <a:xfrm>
            <a:off x="3940106" y="382426"/>
            <a:ext cx="1263789" cy="36144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</a:schemeClr>
              </a:gs>
              <a:gs pos="50000">
                <a:schemeClr val="bg2">
                  <a:lumMod val="20000"/>
                  <a:lumOff val="80000"/>
                </a:schemeClr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>
              <a:tabLst>
                <a:tab pos="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</a:t>
            </a:r>
            <a:endParaRPr lang="en-US" sz="1600" b="1" u="none" strike="noStrike" dirty="0"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B4D6A1-9C7E-C35A-89BF-05556DA668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3899"/>
          <a:stretch>
            <a:fillRect/>
          </a:stretch>
        </p:blipFill>
        <p:spPr>
          <a:xfrm>
            <a:off x="491490" y="853649"/>
            <a:ext cx="8161020" cy="4088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1903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D6BB685-62F7-48D2-1BF9-AE0085961BF4}"/>
              </a:ext>
            </a:extLst>
          </p:cNvPr>
          <p:cNvCxnSpPr>
            <a:cxnSpLocks/>
          </p:cNvCxnSpPr>
          <p:nvPr/>
        </p:nvCxnSpPr>
        <p:spPr>
          <a:xfrm>
            <a:off x="1859188" y="1197201"/>
            <a:ext cx="370262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476280" y="172302"/>
            <a:ext cx="3619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dirty="0">
                <a:solidFill>
                  <a:srgbClr val="000000"/>
                </a:solidFill>
                <a:latin typeface="DM Serif Display"/>
              </a:rPr>
              <a:t>3. Data Preparation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FA893713-2876-61B3-A699-FC11FD8DDDC2}"/>
              </a:ext>
            </a:extLst>
          </p:cNvPr>
          <p:cNvSpPr/>
          <p:nvPr/>
        </p:nvSpPr>
        <p:spPr>
          <a:xfrm>
            <a:off x="4614999" y="1174343"/>
            <a:ext cx="45719" cy="45719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4629C2-C227-B086-FE26-79E567562AF4}"/>
              </a:ext>
            </a:extLst>
          </p:cNvPr>
          <p:cNvSpPr txBox="1"/>
          <p:nvPr/>
        </p:nvSpPr>
        <p:spPr>
          <a:xfrm>
            <a:off x="476278" y="989240"/>
            <a:ext cx="11653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Value Group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02FD3B41-DADA-0E2E-D1E4-AC7D3DB5E89B}"/>
              </a:ext>
            </a:extLst>
          </p:cNvPr>
          <p:cNvSpPr/>
          <p:nvPr/>
        </p:nvSpPr>
        <p:spPr>
          <a:xfrm rot="5400000">
            <a:off x="3087317" y="84039"/>
            <a:ext cx="271704" cy="2697661"/>
          </a:xfrm>
          <a:prstGeom prst="rightBrac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C19367EF-3588-A89E-ACFC-6B41B860D2A9}"/>
              </a:ext>
            </a:extLst>
          </p:cNvPr>
          <p:cNvSpPr/>
          <p:nvPr/>
        </p:nvSpPr>
        <p:spPr>
          <a:xfrm>
            <a:off x="5178377" y="1174343"/>
            <a:ext cx="45719" cy="45719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FCF44073-DF9A-A801-ACD4-BCDDAD0F3305}"/>
              </a:ext>
            </a:extLst>
          </p:cNvPr>
          <p:cNvSpPr/>
          <p:nvPr/>
        </p:nvSpPr>
        <p:spPr>
          <a:xfrm rot="5400000">
            <a:off x="4796317" y="1186661"/>
            <a:ext cx="262446" cy="501672"/>
          </a:xfrm>
          <a:prstGeom prst="rightBrac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9D79446C-5759-C3AD-6C37-5E0C35F028C0}"/>
              </a:ext>
            </a:extLst>
          </p:cNvPr>
          <p:cNvSpPr/>
          <p:nvPr/>
        </p:nvSpPr>
        <p:spPr>
          <a:xfrm rot="5400000">
            <a:off x="5225628" y="1295527"/>
            <a:ext cx="262448" cy="265514"/>
          </a:xfrm>
          <a:prstGeom prst="rightBrac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DBDE00-3D71-7E32-18C3-7938267F3F40}"/>
              </a:ext>
            </a:extLst>
          </p:cNvPr>
          <p:cNvSpPr txBox="1"/>
          <p:nvPr/>
        </p:nvSpPr>
        <p:spPr>
          <a:xfrm>
            <a:off x="4394020" y="860289"/>
            <a:ext cx="487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P95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E2925A-1E84-422A-C160-8053C8E10CD0}"/>
              </a:ext>
            </a:extLst>
          </p:cNvPr>
          <p:cNvSpPr txBox="1"/>
          <p:nvPr/>
        </p:nvSpPr>
        <p:spPr>
          <a:xfrm>
            <a:off x="4970859" y="860289"/>
            <a:ext cx="487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P99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128DA6-3A03-821D-000C-CE8797489D72}"/>
              </a:ext>
            </a:extLst>
          </p:cNvPr>
          <p:cNvSpPr txBox="1"/>
          <p:nvPr/>
        </p:nvSpPr>
        <p:spPr>
          <a:xfrm>
            <a:off x="2655478" y="1557420"/>
            <a:ext cx="11353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F9FC8A-2C33-C867-B76E-355B001B5E04}"/>
              </a:ext>
            </a:extLst>
          </p:cNvPr>
          <p:cNvSpPr txBox="1"/>
          <p:nvPr/>
        </p:nvSpPr>
        <p:spPr>
          <a:xfrm>
            <a:off x="4599255" y="1548519"/>
            <a:ext cx="6154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Value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DEF6FC-B023-90B6-D6B0-3AFC830D8A74}"/>
              </a:ext>
            </a:extLst>
          </p:cNvPr>
          <p:cNvSpPr txBox="1"/>
          <p:nvPr/>
        </p:nvSpPr>
        <p:spPr>
          <a:xfrm>
            <a:off x="4943406" y="1548522"/>
            <a:ext cx="8268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 Value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7D17FA00-CAD6-48F8-D9EA-9CC89F02AF68}"/>
              </a:ext>
            </a:extLst>
          </p:cNvPr>
          <p:cNvSpPr/>
          <p:nvPr/>
        </p:nvSpPr>
        <p:spPr>
          <a:xfrm>
            <a:off x="3654390" y="382426"/>
            <a:ext cx="183522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Transaction Table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011E66-C2BD-7067-06E6-B7E1F0C2056C}"/>
              </a:ext>
            </a:extLst>
          </p:cNvPr>
          <p:cNvSpPr/>
          <p:nvPr/>
        </p:nvSpPr>
        <p:spPr>
          <a:xfrm>
            <a:off x="3654390" y="2092255"/>
            <a:ext cx="183522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Cards Table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07317C93-77C5-3201-3C76-F473EE96D578}"/>
              </a:ext>
            </a:extLst>
          </p:cNvPr>
          <p:cNvGrpSpPr/>
          <p:nvPr/>
        </p:nvGrpSpPr>
        <p:grpSpPr>
          <a:xfrm>
            <a:off x="476278" y="2566541"/>
            <a:ext cx="5885939" cy="1203307"/>
            <a:chOff x="476278" y="2566541"/>
            <a:chExt cx="5885939" cy="1203307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F3023DB2-CED5-293D-8A93-64EBFA5AB3D5}"/>
                </a:ext>
              </a:extLst>
            </p:cNvPr>
            <p:cNvGrpSpPr/>
            <p:nvPr/>
          </p:nvGrpSpPr>
          <p:grpSpPr>
            <a:xfrm>
              <a:off x="476278" y="2566541"/>
              <a:ext cx="5885939" cy="1203307"/>
              <a:chOff x="476279" y="3709005"/>
              <a:chExt cx="5885939" cy="1203307"/>
            </a:xfrm>
          </p:grpSpPr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C1B48A2F-7FBB-737D-4AFF-C2527FEF58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9189" y="4088341"/>
                <a:ext cx="4503029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Flowchart: Connector 75">
                <a:extLst>
                  <a:ext uri="{FF2B5EF4-FFF2-40B4-BE49-F238E27FC236}">
                    <a16:creationId xmlns:a16="http://schemas.microsoft.com/office/drawing/2014/main" id="{D57444FD-7490-352A-BBD1-2BA8ED32B98B}"/>
                  </a:ext>
                </a:extLst>
              </p:cNvPr>
              <p:cNvSpPr/>
              <p:nvPr/>
            </p:nvSpPr>
            <p:spPr>
              <a:xfrm>
                <a:off x="2941141" y="4065483"/>
                <a:ext cx="45719" cy="45719"/>
              </a:xfrm>
              <a:prstGeom prst="flowChartConnector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014822D2-90CD-2930-02EB-D2179B75F542}"/>
                  </a:ext>
                </a:extLst>
              </p:cNvPr>
              <p:cNvSpPr txBox="1"/>
              <p:nvPr/>
            </p:nvSpPr>
            <p:spPr>
              <a:xfrm>
                <a:off x="476279" y="3880380"/>
                <a:ext cx="129162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Credit Limit Group</a:t>
                </a:r>
                <a:endPara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" name="Right Brace 77">
                <a:extLst>
                  <a:ext uri="{FF2B5EF4-FFF2-40B4-BE49-F238E27FC236}">
                    <a16:creationId xmlns:a16="http://schemas.microsoft.com/office/drawing/2014/main" id="{A06FBB2E-225F-5E08-EE22-65C5690FDF8A}"/>
                  </a:ext>
                </a:extLst>
              </p:cNvPr>
              <p:cNvSpPr/>
              <p:nvPr/>
            </p:nvSpPr>
            <p:spPr>
              <a:xfrm rot="5400000">
                <a:off x="2274396" y="3788101"/>
                <a:ext cx="266688" cy="1066801"/>
              </a:xfrm>
              <a:prstGeom prst="rightBrac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Flowchart: Connector 78">
                <a:extLst>
                  <a:ext uri="{FF2B5EF4-FFF2-40B4-BE49-F238E27FC236}">
                    <a16:creationId xmlns:a16="http://schemas.microsoft.com/office/drawing/2014/main" id="{8403B776-1921-D596-C73D-C03451096C81}"/>
                  </a:ext>
                </a:extLst>
              </p:cNvPr>
              <p:cNvSpPr/>
              <p:nvPr/>
            </p:nvSpPr>
            <p:spPr>
              <a:xfrm>
                <a:off x="4127320" y="4065482"/>
                <a:ext cx="45719" cy="45719"/>
              </a:xfrm>
              <a:prstGeom prst="flowChartConnector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Flowchart: Connector 79">
                <a:extLst>
                  <a:ext uri="{FF2B5EF4-FFF2-40B4-BE49-F238E27FC236}">
                    <a16:creationId xmlns:a16="http://schemas.microsoft.com/office/drawing/2014/main" id="{3E974DF3-7B17-4A03-E5FF-5003702E5332}"/>
                  </a:ext>
                </a:extLst>
              </p:cNvPr>
              <p:cNvSpPr/>
              <p:nvPr/>
            </p:nvSpPr>
            <p:spPr>
              <a:xfrm>
                <a:off x="5244769" y="4065482"/>
                <a:ext cx="45719" cy="45719"/>
              </a:xfrm>
              <a:prstGeom prst="flowChartConnector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Right Brace 80">
                <a:extLst>
                  <a:ext uri="{FF2B5EF4-FFF2-40B4-BE49-F238E27FC236}">
                    <a16:creationId xmlns:a16="http://schemas.microsoft.com/office/drawing/2014/main" id="{E4C35CD1-34E4-8EEB-CBEA-6AA34933F054}"/>
                  </a:ext>
                </a:extLst>
              </p:cNvPr>
              <p:cNvSpPr/>
              <p:nvPr/>
            </p:nvSpPr>
            <p:spPr>
              <a:xfrm rot="5400000">
                <a:off x="3428619" y="3788097"/>
                <a:ext cx="266679" cy="1066802"/>
              </a:xfrm>
              <a:prstGeom prst="rightBrac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214EDAA-5B6C-43D5-BC47-23B9D45FA295}"/>
                  </a:ext>
                </a:extLst>
              </p:cNvPr>
              <p:cNvSpPr txBox="1"/>
              <p:nvPr/>
            </p:nvSpPr>
            <p:spPr>
              <a:xfrm>
                <a:off x="2489279" y="3709005"/>
                <a:ext cx="9494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Q1 = 25%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2B3EA11-4A27-FCB8-42A7-341A5AB6C3E7}"/>
                  </a:ext>
                </a:extLst>
              </p:cNvPr>
              <p:cNvSpPr txBox="1"/>
              <p:nvPr/>
            </p:nvSpPr>
            <p:spPr>
              <a:xfrm>
                <a:off x="1912259" y="4450647"/>
                <a:ext cx="9909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 </a:t>
                </a:r>
              </a:p>
              <a:p>
                <a:pPr algn="ctr"/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Credit Limit</a:t>
                </a: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43ECE690-348B-CBF8-72C6-C7006355E22E}"/>
                  </a:ext>
                </a:extLst>
              </p:cNvPr>
              <p:cNvSpPr txBox="1"/>
              <p:nvPr/>
            </p:nvSpPr>
            <p:spPr>
              <a:xfrm>
                <a:off x="3665559" y="3709005"/>
                <a:ext cx="9494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Q2 = 50%</a:t>
                </a: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D76DD8EC-990F-D7CC-86CF-E37C9C63AE81}"/>
                  </a:ext>
                </a:extLst>
              </p:cNvPr>
              <p:cNvSpPr txBox="1"/>
              <p:nvPr/>
            </p:nvSpPr>
            <p:spPr>
              <a:xfrm>
                <a:off x="2978222" y="4450647"/>
                <a:ext cx="11896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Medium </a:t>
                </a:r>
              </a:p>
              <a:p>
                <a:pPr algn="ctr"/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Credit Limit</a:t>
                </a: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77E3A4B5-0C65-37EA-49B8-6B46F5F2B2A9}"/>
                  </a:ext>
                </a:extLst>
              </p:cNvPr>
              <p:cNvSpPr txBox="1"/>
              <p:nvPr/>
            </p:nvSpPr>
            <p:spPr>
              <a:xfrm>
                <a:off x="4167865" y="4450647"/>
                <a:ext cx="11503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 </a:t>
                </a:r>
              </a:p>
              <a:p>
                <a:pPr algn="ctr"/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Credit Limit</a:t>
                </a:r>
              </a:p>
            </p:txBody>
          </p:sp>
        </p:grpSp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25DF7FB7-9F12-430C-F08D-CC2BCF33A68B}"/>
                </a:ext>
              </a:extLst>
            </p:cNvPr>
            <p:cNvSpPr/>
            <p:nvPr/>
          </p:nvSpPr>
          <p:spPr>
            <a:xfrm rot="5400000">
              <a:off x="4582836" y="2641442"/>
              <a:ext cx="266679" cy="1066802"/>
            </a:xfrm>
            <a:prstGeom prst="rightBrac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03B5AEA-EC66-E129-E2C5-1F42B5E515BA}"/>
                </a:ext>
              </a:extLst>
            </p:cNvPr>
            <p:cNvSpPr txBox="1"/>
            <p:nvPr/>
          </p:nvSpPr>
          <p:spPr>
            <a:xfrm>
              <a:off x="4792906" y="2567437"/>
              <a:ext cx="9494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Q3 = 75%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7FB816-F9CA-53DF-DF46-AA1A1A7CC618}"/>
              </a:ext>
            </a:extLst>
          </p:cNvPr>
          <p:cNvSpPr txBox="1"/>
          <p:nvPr/>
        </p:nvSpPr>
        <p:spPr>
          <a:xfrm>
            <a:off x="476277" y="4154260"/>
            <a:ext cx="1291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Type Group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13DED6-D587-F009-5AD7-8A9E25DC7B6B}"/>
              </a:ext>
            </a:extLst>
          </p:cNvPr>
          <p:cNvCxnSpPr>
            <a:cxnSpLocks/>
          </p:cNvCxnSpPr>
          <p:nvPr/>
        </p:nvCxnSpPr>
        <p:spPr>
          <a:xfrm>
            <a:off x="2194948" y="4175601"/>
            <a:ext cx="0" cy="59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AA0F6D3-55DB-F7F3-8102-36275DD9D05F}"/>
              </a:ext>
            </a:extLst>
          </p:cNvPr>
          <p:cNvCxnSpPr>
            <a:cxnSpLocks/>
          </p:cNvCxnSpPr>
          <p:nvPr/>
        </p:nvCxnSpPr>
        <p:spPr>
          <a:xfrm flipH="1">
            <a:off x="1859188" y="4474120"/>
            <a:ext cx="3380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E38BDBB-EF2C-ED74-CE82-B8053C2B133B}"/>
              </a:ext>
            </a:extLst>
          </p:cNvPr>
          <p:cNvCxnSpPr/>
          <p:nvPr/>
        </p:nvCxnSpPr>
        <p:spPr>
          <a:xfrm>
            <a:off x="2308860" y="4079081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A080AAA-7E7E-6F40-D6EA-0DE9DC5D10FA}"/>
              </a:ext>
            </a:extLst>
          </p:cNvPr>
          <p:cNvCxnSpPr>
            <a:cxnSpLocks/>
          </p:cNvCxnSpPr>
          <p:nvPr/>
        </p:nvCxnSpPr>
        <p:spPr>
          <a:xfrm>
            <a:off x="2190432" y="4175601"/>
            <a:ext cx="3938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8F6B7CA-16A9-71A3-B539-818EF75C1DD0}"/>
              </a:ext>
            </a:extLst>
          </p:cNvPr>
          <p:cNvCxnSpPr>
            <a:cxnSpLocks/>
          </p:cNvCxnSpPr>
          <p:nvPr/>
        </p:nvCxnSpPr>
        <p:spPr>
          <a:xfrm>
            <a:off x="2190432" y="4773841"/>
            <a:ext cx="3938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65B4DE81-4901-99BC-FFC1-E2AA04937C77}"/>
              </a:ext>
            </a:extLst>
          </p:cNvPr>
          <p:cNvSpPr txBox="1"/>
          <p:nvPr/>
        </p:nvSpPr>
        <p:spPr>
          <a:xfrm>
            <a:off x="2621666" y="4032337"/>
            <a:ext cx="6389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223934C-C267-6B81-1D01-68A720E16201}"/>
              </a:ext>
            </a:extLst>
          </p:cNvPr>
          <p:cNvSpPr txBox="1"/>
          <p:nvPr/>
        </p:nvSpPr>
        <p:spPr>
          <a:xfrm>
            <a:off x="2621666" y="4618569"/>
            <a:ext cx="6389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Debit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CFC6680-C00D-B14A-7981-03B14CAE11FD}"/>
              </a:ext>
            </a:extLst>
          </p:cNvPr>
          <p:cNvGrpSpPr/>
          <p:nvPr/>
        </p:nvGrpSpPr>
        <p:grpSpPr>
          <a:xfrm>
            <a:off x="3223169" y="4635341"/>
            <a:ext cx="418659" cy="277000"/>
            <a:chOff x="3764115" y="4191156"/>
            <a:chExt cx="725125" cy="598399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19CBB8D-9FBC-ED7A-7AA1-09E02A6228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64115" y="4489675"/>
              <a:ext cx="3380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F745487C-8ADA-F74F-7DD7-ACD9A9625475}"/>
                </a:ext>
              </a:extLst>
            </p:cNvPr>
            <p:cNvGrpSpPr/>
            <p:nvPr/>
          </p:nvGrpSpPr>
          <p:grpSpPr>
            <a:xfrm>
              <a:off x="4095359" y="4191156"/>
              <a:ext cx="393881" cy="598399"/>
              <a:chOff x="4095359" y="4191156"/>
              <a:chExt cx="393881" cy="598399"/>
            </a:xfrm>
          </p:grpSpPr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BDEF7012-A61E-FD07-0987-FE3760B6FF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99875" y="4191156"/>
                <a:ext cx="0" cy="5983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519CAB59-C217-D9D9-7734-6D0B04AB54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95359" y="4191156"/>
                <a:ext cx="39388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94176FE2-FBEA-DCEB-7347-D97CB780E3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95359" y="4789396"/>
                <a:ext cx="39388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9F94EE3D-D3F9-4B7C-F87C-FA116C59F05D}"/>
              </a:ext>
            </a:extLst>
          </p:cNvPr>
          <p:cNvSpPr txBox="1"/>
          <p:nvPr/>
        </p:nvSpPr>
        <p:spPr>
          <a:xfrm>
            <a:off x="3610787" y="4496527"/>
            <a:ext cx="5570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Debit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A6C8B16-84D6-1316-1E58-8D13B297179E}"/>
              </a:ext>
            </a:extLst>
          </p:cNvPr>
          <p:cNvSpPr txBox="1"/>
          <p:nvPr/>
        </p:nvSpPr>
        <p:spPr>
          <a:xfrm>
            <a:off x="3610787" y="4773767"/>
            <a:ext cx="1150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Debit (prepaid)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BE5BBEA-FFBC-5BDB-6C22-FCFBBB1C4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2168BCA9-5F4E-4B91-ACD2-122565F2B117}"/>
              </a:ext>
            </a:extLst>
          </p:cNvPr>
          <p:cNvSpPr/>
          <p:nvPr/>
        </p:nvSpPr>
        <p:spPr>
          <a:xfrm>
            <a:off x="476280" y="172302"/>
            <a:ext cx="3619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dirty="0">
                <a:solidFill>
                  <a:srgbClr val="000000"/>
                </a:solidFill>
                <a:latin typeface="DM Serif Display"/>
              </a:rPr>
              <a:t>3. Data Preparation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624EFA9-BEB5-46F7-86BD-878C8B8E23F5}"/>
              </a:ext>
            </a:extLst>
          </p:cNvPr>
          <p:cNvGrpSpPr/>
          <p:nvPr/>
        </p:nvGrpSpPr>
        <p:grpSpPr>
          <a:xfrm>
            <a:off x="476279" y="817865"/>
            <a:ext cx="8248620" cy="1053615"/>
            <a:chOff x="476280" y="938923"/>
            <a:chExt cx="8248620" cy="1053615"/>
          </a:xfrm>
        </p:grpSpPr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E2E67961-0C9D-9D5B-F625-49B02F1FDD60}"/>
                </a:ext>
              </a:extLst>
            </p:cNvPr>
            <p:cNvSpPr/>
            <p:nvPr/>
          </p:nvSpPr>
          <p:spPr>
            <a:xfrm>
              <a:off x="2941141" y="1295401"/>
              <a:ext cx="45719" cy="45719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A29E632-1FCA-099B-59E3-030EEDA09F21}"/>
                </a:ext>
              </a:extLst>
            </p:cNvPr>
            <p:cNvSpPr txBox="1"/>
            <p:nvPr/>
          </p:nvSpPr>
          <p:spPr>
            <a:xfrm>
              <a:off x="476280" y="1110298"/>
              <a:ext cx="11353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Credit Score</a:t>
              </a:r>
            </a:p>
          </p:txBody>
        </p:sp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A85563FF-292A-8868-EE6D-8499E100D804}"/>
                </a:ext>
              </a:extLst>
            </p:cNvPr>
            <p:cNvSpPr/>
            <p:nvPr/>
          </p:nvSpPr>
          <p:spPr>
            <a:xfrm rot="5400000">
              <a:off x="2274396" y="1018019"/>
              <a:ext cx="266688" cy="1066801"/>
            </a:xfrm>
            <a:prstGeom prst="rightBrac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8E231661-AEC3-772B-24BB-845C6E3659E1}"/>
                </a:ext>
              </a:extLst>
            </p:cNvPr>
            <p:cNvSpPr/>
            <p:nvPr/>
          </p:nvSpPr>
          <p:spPr>
            <a:xfrm>
              <a:off x="4348301" y="1295401"/>
              <a:ext cx="45719" cy="45719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lowchart: Connector 13">
              <a:extLst>
                <a:ext uri="{FF2B5EF4-FFF2-40B4-BE49-F238E27FC236}">
                  <a16:creationId xmlns:a16="http://schemas.microsoft.com/office/drawing/2014/main" id="{E076A7CD-5404-BF0A-D0A4-6AAB6429F302}"/>
                </a:ext>
              </a:extLst>
            </p:cNvPr>
            <p:cNvSpPr/>
            <p:nvPr/>
          </p:nvSpPr>
          <p:spPr>
            <a:xfrm>
              <a:off x="5474400" y="1295400"/>
              <a:ext cx="45719" cy="45719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B734C624-6CBA-1D98-8C21-41F6FC6F08B7}"/>
                </a:ext>
              </a:extLst>
            </p:cNvPr>
            <p:cNvSpPr/>
            <p:nvPr/>
          </p:nvSpPr>
          <p:spPr>
            <a:xfrm>
              <a:off x="7162621" y="1295400"/>
              <a:ext cx="45719" cy="45719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8310AD03-DF1D-B8FC-AFEA-627167808035}"/>
                </a:ext>
              </a:extLst>
            </p:cNvPr>
            <p:cNvSpPr/>
            <p:nvPr/>
          </p:nvSpPr>
          <p:spPr>
            <a:xfrm rot="5400000">
              <a:off x="3555084" y="891550"/>
              <a:ext cx="266690" cy="1319742"/>
            </a:xfrm>
            <a:prstGeom prst="rightBrac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ight Brace 18">
              <a:extLst>
                <a:ext uri="{FF2B5EF4-FFF2-40B4-BE49-F238E27FC236}">
                  <a16:creationId xmlns:a16="http://schemas.microsoft.com/office/drawing/2014/main" id="{88403EAE-8826-4946-402E-B497B9D95036}"/>
                </a:ext>
              </a:extLst>
            </p:cNvPr>
            <p:cNvSpPr/>
            <p:nvPr/>
          </p:nvSpPr>
          <p:spPr>
            <a:xfrm rot="5400000">
              <a:off x="4821715" y="1032078"/>
              <a:ext cx="266687" cy="1038683"/>
            </a:xfrm>
            <a:prstGeom prst="rightBrac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ight Brace 19">
              <a:extLst>
                <a:ext uri="{FF2B5EF4-FFF2-40B4-BE49-F238E27FC236}">
                  <a16:creationId xmlns:a16="http://schemas.microsoft.com/office/drawing/2014/main" id="{97F330F5-4DC4-B618-035E-F0759AD5D542}"/>
                </a:ext>
              </a:extLst>
            </p:cNvPr>
            <p:cNvSpPr/>
            <p:nvPr/>
          </p:nvSpPr>
          <p:spPr>
            <a:xfrm rot="5400000">
              <a:off x="6228875" y="751015"/>
              <a:ext cx="266687" cy="1600804"/>
            </a:xfrm>
            <a:prstGeom prst="rightBrac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ight Brace 20">
              <a:extLst>
                <a:ext uri="{FF2B5EF4-FFF2-40B4-BE49-F238E27FC236}">
                  <a16:creationId xmlns:a16="http://schemas.microsoft.com/office/drawing/2014/main" id="{8750D58E-9E8E-7CD6-C0FA-B09B28459266}"/>
                </a:ext>
              </a:extLst>
            </p:cNvPr>
            <p:cNvSpPr/>
            <p:nvPr/>
          </p:nvSpPr>
          <p:spPr>
            <a:xfrm rot="5400000">
              <a:off x="7815722" y="852388"/>
              <a:ext cx="266689" cy="1398060"/>
            </a:xfrm>
            <a:prstGeom prst="rightBrac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B907F8F-AC42-51D2-89FD-2D853527CFDC}"/>
                </a:ext>
              </a:extLst>
            </p:cNvPr>
            <p:cNvSpPr txBox="1"/>
            <p:nvPr/>
          </p:nvSpPr>
          <p:spPr>
            <a:xfrm>
              <a:off x="2720160" y="938923"/>
              <a:ext cx="487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580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4333016-B689-7E45-0FD4-7C22AC8EA027}"/>
                </a:ext>
              </a:extLst>
            </p:cNvPr>
            <p:cNvSpPr txBox="1"/>
            <p:nvPr/>
          </p:nvSpPr>
          <p:spPr>
            <a:xfrm>
              <a:off x="4127320" y="938923"/>
              <a:ext cx="487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670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43099ED-7B85-E9CD-0530-F3D34F95B9A1}"/>
                </a:ext>
              </a:extLst>
            </p:cNvPr>
            <p:cNvSpPr txBox="1"/>
            <p:nvPr/>
          </p:nvSpPr>
          <p:spPr>
            <a:xfrm>
              <a:off x="5255880" y="938923"/>
              <a:ext cx="487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710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F3174E2-6C20-CC70-0679-6CB0F76EE85B}"/>
                </a:ext>
              </a:extLst>
            </p:cNvPr>
            <p:cNvSpPr txBox="1"/>
            <p:nvPr/>
          </p:nvSpPr>
          <p:spPr>
            <a:xfrm>
              <a:off x="6941640" y="938923"/>
              <a:ext cx="487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850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28314F2-BFA9-5891-ED6F-0ADE65EFEAA4}"/>
                </a:ext>
              </a:extLst>
            </p:cNvPr>
            <p:cNvSpPr txBox="1"/>
            <p:nvPr/>
          </p:nvSpPr>
          <p:spPr>
            <a:xfrm>
              <a:off x="1866538" y="1684761"/>
              <a:ext cx="11353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Poor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07FA8D8-7447-DEA1-EAD1-98DADD75D5F6}"/>
                </a:ext>
              </a:extLst>
            </p:cNvPr>
            <p:cNvSpPr txBox="1"/>
            <p:nvPr/>
          </p:nvSpPr>
          <p:spPr>
            <a:xfrm>
              <a:off x="3120738" y="1684760"/>
              <a:ext cx="11353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Fair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C56E416-C3BE-8CED-AA67-F01CE1C852D3}"/>
                </a:ext>
              </a:extLst>
            </p:cNvPr>
            <p:cNvSpPr txBox="1"/>
            <p:nvPr/>
          </p:nvSpPr>
          <p:spPr>
            <a:xfrm>
              <a:off x="4387367" y="1684759"/>
              <a:ext cx="11353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Good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DA89B6F-99A1-DAE1-AD3B-13B12B4DA929}"/>
                </a:ext>
              </a:extLst>
            </p:cNvPr>
            <p:cNvSpPr txBox="1"/>
            <p:nvPr/>
          </p:nvSpPr>
          <p:spPr>
            <a:xfrm>
              <a:off x="5794527" y="1684759"/>
              <a:ext cx="11353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Very Good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625B335-935D-318F-A5FF-E95DE31E793C}"/>
                </a:ext>
              </a:extLst>
            </p:cNvPr>
            <p:cNvSpPr txBox="1"/>
            <p:nvPr/>
          </p:nvSpPr>
          <p:spPr>
            <a:xfrm>
              <a:off x="7381375" y="1684759"/>
              <a:ext cx="11353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Excellent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DAD1737-9A9B-F214-EA6E-70C432E40289}"/>
                </a:ext>
              </a:extLst>
            </p:cNvPr>
            <p:cNvCxnSpPr>
              <a:cxnSpLocks/>
            </p:cNvCxnSpPr>
            <p:nvPr/>
          </p:nvCxnSpPr>
          <p:spPr>
            <a:xfrm>
              <a:off x="1859189" y="1318259"/>
              <a:ext cx="686571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A1A6B8C-D10B-FF3C-C0E1-5FF12EBEEE31}"/>
              </a:ext>
            </a:extLst>
          </p:cNvPr>
          <p:cNvGrpSpPr/>
          <p:nvPr/>
        </p:nvGrpSpPr>
        <p:grpSpPr>
          <a:xfrm>
            <a:off x="476280" y="2074362"/>
            <a:ext cx="6773756" cy="1053615"/>
            <a:chOff x="476280" y="2336175"/>
            <a:chExt cx="6773756" cy="1053615"/>
          </a:xfrm>
        </p:grpSpPr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BE015838-DB65-2B85-ABBE-F3A9C7129D68}"/>
                </a:ext>
              </a:extLst>
            </p:cNvPr>
            <p:cNvCxnSpPr>
              <a:cxnSpLocks/>
            </p:cNvCxnSpPr>
            <p:nvPr/>
          </p:nvCxnSpPr>
          <p:spPr>
            <a:xfrm>
              <a:off x="1859189" y="2715511"/>
              <a:ext cx="539084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Flowchart: Connector 37">
              <a:extLst>
                <a:ext uri="{FF2B5EF4-FFF2-40B4-BE49-F238E27FC236}">
                  <a16:creationId xmlns:a16="http://schemas.microsoft.com/office/drawing/2014/main" id="{18E0265E-2EB6-C3E1-5B70-8783933AF9FD}"/>
                </a:ext>
              </a:extLst>
            </p:cNvPr>
            <p:cNvSpPr/>
            <p:nvPr/>
          </p:nvSpPr>
          <p:spPr>
            <a:xfrm>
              <a:off x="2941141" y="2692653"/>
              <a:ext cx="45719" cy="45719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F41DCAE-F7A8-47A1-982A-6B73A306C62B}"/>
                </a:ext>
              </a:extLst>
            </p:cNvPr>
            <p:cNvSpPr txBox="1"/>
            <p:nvPr/>
          </p:nvSpPr>
          <p:spPr>
            <a:xfrm>
              <a:off x="476280" y="2507550"/>
              <a:ext cx="11353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Age Group</a:t>
              </a:r>
            </a:p>
          </p:txBody>
        </p:sp>
        <p:sp>
          <p:nvSpPr>
            <p:cNvPr id="40" name="Right Brace 39">
              <a:extLst>
                <a:ext uri="{FF2B5EF4-FFF2-40B4-BE49-F238E27FC236}">
                  <a16:creationId xmlns:a16="http://schemas.microsoft.com/office/drawing/2014/main" id="{C1C7FDCA-4271-311F-A808-47D38692455D}"/>
                </a:ext>
              </a:extLst>
            </p:cNvPr>
            <p:cNvSpPr/>
            <p:nvPr/>
          </p:nvSpPr>
          <p:spPr>
            <a:xfrm rot="5400000">
              <a:off x="2274396" y="2415271"/>
              <a:ext cx="266688" cy="1066801"/>
            </a:xfrm>
            <a:prstGeom prst="rightBrac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lowchart: Connector 40">
              <a:extLst>
                <a:ext uri="{FF2B5EF4-FFF2-40B4-BE49-F238E27FC236}">
                  <a16:creationId xmlns:a16="http://schemas.microsoft.com/office/drawing/2014/main" id="{6829D4E6-E38A-E99D-EE0E-D52263B77D86}"/>
                </a:ext>
              </a:extLst>
            </p:cNvPr>
            <p:cNvSpPr/>
            <p:nvPr/>
          </p:nvSpPr>
          <p:spPr>
            <a:xfrm>
              <a:off x="4127320" y="2692652"/>
              <a:ext cx="45719" cy="45719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lowchart: Connector 41">
              <a:extLst>
                <a:ext uri="{FF2B5EF4-FFF2-40B4-BE49-F238E27FC236}">
                  <a16:creationId xmlns:a16="http://schemas.microsoft.com/office/drawing/2014/main" id="{AFABFCD6-3926-85BA-313F-3CD4B371D8A0}"/>
                </a:ext>
              </a:extLst>
            </p:cNvPr>
            <p:cNvSpPr/>
            <p:nvPr/>
          </p:nvSpPr>
          <p:spPr>
            <a:xfrm>
              <a:off x="5474400" y="2692652"/>
              <a:ext cx="45719" cy="45719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ight Brace 43">
              <a:extLst>
                <a:ext uri="{FF2B5EF4-FFF2-40B4-BE49-F238E27FC236}">
                  <a16:creationId xmlns:a16="http://schemas.microsoft.com/office/drawing/2014/main" id="{38CBF07E-0CF8-AC46-644F-2B62D5D13275}"/>
                </a:ext>
              </a:extLst>
            </p:cNvPr>
            <p:cNvSpPr/>
            <p:nvPr/>
          </p:nvSpPr>
          <p:spPr>
            <a:xfrm rot="5400000">
              <a:off x="3428619" y="2415267"/>
              <a:ext cx="266679" cy="1066802"/>
            </a:xfrm>
            <a:prstGeom prst="rightBrac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ight Brace 44">
              <a:extLst>
                <a:ext uri="{FF2B5EF4-FFF2-40B4-BE49-F238E27FC236}">
                  <a16:creationId xmlns:a16="http://schemas.microsoft.com/office/drawing/2014/main" id="{2575826D-D2F0-8F75-8D0F-4294DFAB0523}"/>
                </a:ext>
              </a:extLst>
            </p:cNvPr>
            <p:cNvSpPr/>
            <p:nvPr/>
          </p:nvSpPr>
          <p:spPr>
            <a:xfrm rot="5400000">
              <a:off x="4695248" y="2302857"/>
              <a:ext cx="266679" cy="1291624"/>
            </a:xfrm>
            <a:prstGeom prst="rightBrac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ight Brace 45">
              <a:extLst>
                <a:ext uri="{FF2B5EF4-FFF2-40B4-BE49-F238E27FC236}">
                  <a16:creationId xmlns:a16="http://schemas.microsoft.com/office/drawing/2014/main" id="{43A31BCB-ED9B-82AE-C6AC-EA91CD74BC69}"/>
                </a:ext>
              </a:extLst>
            </p:cNvPr>
            <p:cNvSpPr/>
            <p:nvPr/>
          </p:nvSpPr>
          <p:spPr>
            <a:xfrm rot="5400000">
              <a:off x="6228875" y="2148267"/>
              <a:ext cx="266687" cy="1600804"/>
            </a:xfrm>
            <a:prstGeom prst="rightBrac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A1A137C-2547-A98A-2B0A-5825FBA45451}"/>
                </a:ext>
              </a:extLst>
            </p:cNvPr>
            <p:cNvSpPr txBox="1"/>
            <p:nvPr/>
          </p:nvSpPr>
          <p:spPr>
            <a:xfrm>
              <a:off x="2720160" y="2336175"/>
              <a:ext cx="487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29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252DB78-2F57-9ABC-A65C-C46B7CF66284}"/>
                </a:ext>
              </a:extLst>
            </p:cNvPr>
            <p:cNvSpPr txBox="1"/>
            <p:nvPr/>
          </p:nvSpPr>
          <p:spPr>
            <a:xfrm>
              <a:off x="3906340" y="2336175"/>
              <a:ext cx="487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44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5F19457-A55E-E340-152F-3D99777DA275}"/>
                </a:ext>
              </a:extLst>
            </p:cNvPr>
            <p:cNvSpPr txBox="1"/>
            <p:nvPr/>
          </p:nvSpPr>
          <p:spPr>
            <a:xfrm>
              <a:off x="5255880" y="2336175"/>
              <a:ext cx="487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65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B22B7C9-9ADB-BC80-2A02-B8405A5EAE6C}"/>
                </a:ext>
              </a:extLst>
            </p:cNvPr>
            <p:cNvSpPr txBox="1"/>
            <p:nvPr/>
          </p:nvSpPr>
          <p:spPr>
            <a:xfrm>
              <a:off x="1866538" y="3082013"/>
              <a:ext cx="11353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Gen Z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0ABDEAA-9525-F673-BAA1-8062EF191CEF}"/>
                </a:ext>
              </a:extLst>
            </p:cNvPr>
            <p:cNvSpPr txBox="1"/>
            <p:nvPr/>
          </p:nvSpPr>
          <p:spPr>
            <a:xfrm>
              <a:off x="3120738" y="3082012"/>
              <a:ext cx="11353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Adults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C884AD4-B50D-2605-00D8-F4A0AD811973}"/>
                </a:ext>
              </a:extLst>
            </p:cNvPr>
            <p:cNvSpPr txBox="1"/>
            <p:nvPr/>
          </p:nvSpPr>
          <p:spPr>
            <a:xfrm>
              <a:off x="4387367" y="3082011"/>
              <a:ext cx="11353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Middle-aged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5A59BDA-0550-1AB7-4C37-B4E655DCA323}"/>
                </a:ext>
              </a:extLst>
            </p:cNvPr>
            <p:cNvSpPr txBox="1"/>
            <p:nvPr/>
          </p:nvSpPr>
          <p:spPr>
            <a:xfrm>
              <a:off x="5794527" y="3082011"/>
              <a:ext cx="11353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Old Elderly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BAD3835F-A91F-91A2-00EB-16A663B94C11}"/>
              </a:ext>
            </a:extLst>
          </p:cNvPr>
          <p:cNvGrpSpPr/>
          <p:nvPr/>
        </p:nvGrpSpPr>
        <p:grpSpPr>
          <a:xfrm>
            <a:off x="476279" y="3330859"/>
            <a:ext cx="6109152" cy="1018641"/>
            <a:chOff x="476279" y="3709005"/>
            <a:chExt cx="6109152" cy="1018641"/>
          </a:xfrm>
        </p:grpSpPr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77B2937D-125F-25C8-49C8-B6699FE988D1}"/>
                </a:ext>
              </a:extLst>
            </p:cNvPr>
            <p:cNvCxnSpPr>
              <a:cxnSpLocks/>
            </p:cNvCxnSpPr>
            <p:nvPr/>
          </p:nvCxnSpPr>
          <p:spPr>
            <a:xfrm>
              <a:off x="1859189" y="4088341"/>
              <a:ext cx="450302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Flowchart: Connector 75">
              <a:extLst>
                <a:ext uri="{FF2B5EF4-FFF2-40B4-BE49-F238E27FC236}">
                  <a16:creationId xmlns:a16="http://schemas.microsoft.com/office/drawing/2014/main" id="{966BF389-CED7-BFC8-7F51-685F3652ACF5}"/>
                </a:ext>
              </a:extLst>
            </p:cNvPr>
            <p:cNvSpPr/>
            <p:nvPr/>
          </p:nvSpPr>
          <p:spPr>
            <a:xfrm>
              <a:off x="2941141" y="4065483"/>
              <a:ext cx="45719" cy="45719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ADF5FFF-AC79-630E-8105-6CFCC2592CBA}"/>
                </a:ext>
              </a:extLst>
            </p:cNvPr>
            <p:cNvSpPr txBox="1"/>
            <p:nvPr/>
          </p:nvSpPr>
          <p:spPr>
            <a:xfrm>
              <a:off x="476279" y="3880380"/>
              <a:ext cx="12916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Income Group</a:t>
              </a:r>
            </a:p>
          </p:txBody>
        </p:sp>
        <p:sp>
          <p:nvSpPr>
            <p:cNvPr id="78" name="Right Brace 77">
              <a:extLst>
                <a:ext uri="{FF2B5EF4-FFF2-40B4-BE49-F238E27FC236}">
                  <a16:creationId xmlns:a16="http://schemas.microsoft.com/office/drawing/2014/main" id="{DE532AC3-A83F-2487-BD91-9F1159C0830F}"/>
                </a:ext>
              </a:extLst>
            </p:cNvPr>
            <p:cNvSpPr/>
            <p:nvPr/>
          </p:nvSpPr>
          <p:spPr>
            <a:xfrm rot="5400000">
              <a:off x="2274396" y="3788101"/>
              <a:ext cx="266688" cy="1066801"/>
            </a:xfrm>
            <a:prstGeom prst="rightBrac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lowchart: Connector 78">
              <a:extLst>
                <a:ext uri="{FF2B5EF4-FFF2-40B4-BE49-F238E27FC236}">
                  <a16:creationId xmlns:a16="http://schemas.microsoft.com/office/drawing/2014/main" id="{84BD5167-10D8-DD15-0E61-7D480EACEFC9}"/>
                </a:ext>
              </a:extLst>
            </p:cNvPr>
            <p:cNvSpPr/>
            <p:nvPr/>
          </p:nvSpPr>
          <p:spPr>
            <a:xfrm>
              <a:off x="4127320" y="4065482"/>
              <a:ext cx="45719" cy="45719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lowchart: Connector 79">
              <a:extLst>
                <a:ext uri="{FF2B5EF4-FFF2-40B4-BE49-F238E27FC236}">
                  <a16:creationId xmlns:a16="http://schemas.microsoft.com/office/drawing/2014/main" id="{1A39EC55-E669-9D05-B26B-13ACB8763960}"/>
                </a:ext>
              </a:extLst>
            </p:cNvPr>
            <p:cNvSpPr/>
            <p:nvPr/>
          </p:nvSpPr>
          <p:spPr>
            <a:xfrm>
              <a:off x="5688678" y="4065482"/>
              <a:ext cx="45719" cy="45719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ight Brace 80">
              <a:extLst>
                <a:ext uri="{FF2B5EF4-FFF2-40B4-BE49-F238E27FC236}">
                  <a16:creationId xmlns:a16="http://schemas.microsoft.com/office/drawing/2014/main" id="{47CA69FC-CD3F-E22B-649B-FCCF1D04E340}"/>
                </a:ext>
              </a:extLst>
            </p:cNvPr>
            <p:cNvSpPr/>
            <p:nvPr/>
          </p:nvSpPr>
          <p:spPr>
            <a:xfrm rot="5400000">
              <a:off x="3428619" y="3788097"/>
              <a:ext cx="266679" cy="1066802"/>
            </a:xfrm>
            <a:prstGeom prst="rightBrac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ight Brace 82">
              <a:extLst>
                <a:ext uri="{FF2B5EF4-FFF2-40B4-BE49-F238E27FC236}">
                  <a16:creationId xmlns:a16="http://schemas.microsoft.com/office/drawing/2014/main" id="{FA195BFB-DA48-BF04-FF97-27E3A2E35DCD}"/>
                </a:ext>
              </a:extLst>
            </p:cNvPr>
            <p:cNvSpPr/>
            <p:nvPr/>
          </p:nvSpPr>
          <p:spPr>
            <a:xfrm rot="5400000">
              <a:off x="5884406" y="4068855"/>
              <a:ext cx="266667" cy="522453"/>
            </a:xfrm>
            <a:prstGeom prst="rightBrac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A62CEAE-3C9B-E0FD-EB88-7292B3195989}"/>
                </a:ext>
              </a:extLst>
            </p:cNvPr>
            <p:cNvSpPr txBox="1"/>
            <p:nvPr/>
          </p:nvSpPr>
          <p:spPr>
            <a:xfrm>
              <a:off x="2489279" y="3709005"/>
              <a:ext cx="9494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Q1 = 25%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3F6C009B-8CCB-E5C4-B989-659555EE06F6}"/>
                </a:ext>
              </a:extLst>
            </p:cNvPr>
            <p:cNvSpPr txBox="1"/>
            <p:nvPr/>
          </p:nvSpPr>
          <p:spPr>
            <a:xfrm>
              <a:off x="1912259" y="4450647"/>
              <a:ext cx="9909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Low Income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0805EB59-8766-70DA-3B61-C0D7E8FC510C}"/>
                </a:ext>
              </a:extLst>
            </p:cNvPr>
            <p:cNvSpPr txBox="1"/>
            <p:nvPr/>
          </p:nvSpPr>
          <p:spPr>
            <a:xfrm>
              <a:off x="3665559" y="3709005"/>
              <a:ext cx="9494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Q2 = 50%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F9E95B9A-480D-FC16-3226-38050D67D9C7}"/>
                </a:ext>
              </a:extLst>
            </p:cNvPr>
            <p:cNvSpPr txBox="1"/>
            <p:nvPr/>
          </p:nvSpPr>
          <p:spPr>
            <a:xfrm>
              <a:off x="5181679" y="3709005"/>
              <a:ext cx="10597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P90 = 90%</a:t>
              </a:r>
            </a:p>
          </p:txBody>
        </p:sp>
        <p:sp>
          <p:nvSpPr>
            <p:cNvPr id="110" name="Right Brace 109">
              <a:extLst>
                <a:ext uri="{FF2B5EF4-FFF2-40B4-BE49-F238E27FC236}">
                  <a16:creationId xmlns:a16="http://schemas.microsoft.com/office/drawing/2014/main" id="{1DE5DB8A-E415-FFB2-45DE-E6424108E4CB}"/>
                </a:ext>
              </a:extLst>
            </p:cNvPr>
            <p:cNvSpPr/>
            <p:nvPr/>
          </p:nvSpPr>
          <p:spPr>
            <a:xfrm rot="5400000">
              <a:off x="4782983" y="3588977"/>
              <a:ext cx="247988" cy="1448405"/>
            </a:xfrm>
            <a:prstGeom prst="rightBrac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661F3720-36E1-F194-1F6F-D4345161C61D}"/>
                </a:ext>
              </a:extLst>
            </p:cNvPr>
            <p:cNvSpPr txBox="1"/>
            <p:nvPr/>
          </p:nvSpPr>
          <p:spPr>
            <a:xfrm>
              <a:off x="2978222" y="4450647"/>
              <a:ext cx="11896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Middle Income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7A3EB209-E1A4-FD51-ED83-5A346BB2BAD1}"/>
                </a:ext>
              </a:extLst>
            </p:cNvPr>
            <p:cNvSpPr txBox="1"/>
            <p:nvPr/>
          </p:nvSpPr>
          <p:spPr>
            <a:xfrm>
              <a:off x="4348300" y="4450646"/>
              <a:ext cx="1150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Upper Income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BD98266D-8296-35B1-1AD2-BA9B10347A71}"/>
                </a:ext>
              </a:extLst>
            </p:cNvPr>
            <p:cNvSpPr txBox="1"/>
            <p:nvPr/>
          </p:nvSpPr>
          <p:spPr>
            <a:xfrm>
              <a:off x="5450049" y="4450646"/>
              <a:ext cx="11353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High-net-worth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BE4D7BF2-0A56-468B-59F6-000EA6F247BB}"/>
                  </a:ext>
                </a:extLst>
              </p:cNvPr>
              <p:cNvSpPr txBox="1"/>
              <p:nvPr/>
            </p:nvSpPr>
            <p:spPr>
              <a:xfrm>
                <a:off x="476279" y="4540037"/>
                <a:ext cx="1786861" cy="426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DTI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𝑡𝑜𝑡𝑎𝑙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𝑑𝑒𝑏𝑡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𝑦𝑒𝑎𝑟𝑙𝑦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𝑖𝑛𝑐𝑜𝑚𝑒</m:t>
                        </m:r>
                      </m:den>
                    </m:f>
                  </m:oMath>
                </a14:m>
                <a:endPara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BE4D7BF2-0A56-468B-59F6-000EA6F24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79" y="4540037"/>
                <a:ext cx="1786861" cy="426655"/>
              </a:xfrm>
              <a:prstGeom prst="rect">
                <a:avLst/>
              </a:prstGeom>
              <a:blipFill>
                <a:blip r:embed="rId2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Rectangle 117">
            <a:extLst>
              <a:ext uri="{FF2B5EF4-FFF2-40B4-BE49-F238E27FC236}">
                <a16:creationId xmlns:a16="http://schemas.microsoft.com/office/drawing/2014/main" id="{84264F26-449E-07BC-A920-2D58435C3E10}"/>
              </a:ext>
            </a:extLst>
          </p:cNvPr>
          <p:cNvSpPr/>
          <p:nvPr/>
        </p:nvSpPr>
        <p:spPr>
          <a:xfrm>
            <a:off x="3959307" y="382426"/>
            <a:ext cx="1225386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Users Table</a:t>
            </a:r>
          </a:p>
        </p:txBody>
      </p:sp>
    </p:spTree>
    <p:extLst>
      <p:ext uri="{BB962C8B-B14F-4D97-AF65-F5344CB8AC3E}">
        <p14:creationId xmlns:p14="http://schemas.microsoft.com/office/powerpoint/2010/main" val="36882580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7431FF6-1E67-BFFA-BEFA-77E544F25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26A47677-502B-AE24-82F8-6E45A78C2EF9}"/>
              </a:ext>
            </a:extLst>
          </p:cNvPr>
          <p:cNvSpPr/>
          <p:nvPr/>
        </p:nvSpPr>
        <p:spPr>
          <a:xfrm>
            <a:off x="476280" y="172302"/>
            <a:ext cx="3619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dirty="0">
                <a:solidFill>
                  <a:srgbClr val="000000"/>
                </a:solidFill>
                <a:latin typeface="DM Serif Display"/>
              </a:rPr>
              <a:t>3. Data Preparation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19EE2FFC-8F83-C0B3-7DB9-9B2ACC32080A}"/>
                  </a:ext>
                </a:extLst>
              </p:cNvPr>
              <p:cNvSpPr txBox="1"/>
              <p:nvPr/>
            </p:nvSpPr>
            <p:spPr>
              <a:xfrm>
                <a:off x="476279" y="844081"/>
                <a:ext cx="3189280" cy="391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Credit Usage Rate </a:t>
                </a:r>
                <a:r>
                  <a:rPr lang="en-US" sz="1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Credit</m:t>
                        </m:r>
                        <m:r>
                          <m:rPr>
                            <m:nor/>
                          </m:rPr>
                          <a:rPr lang="en-US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Transaction</m:t>
                        </m:r>
                        <m:r>
                          <m:rPr>
                            <m:nor/>
                          </m:rPr>
                          <a:rPr lang="en-US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Count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Transaction</m:t>
                        </m:r>
                        <m:r>
                          <m:rPr>
                            <m:nor/>
                          </m:rPr>
                          <a:rPr lang="en-US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Count</m:t>
                        </m:r>
                      </m:den>
                    </m:f>
                  </m:oMath>
                </a14:m>
                <a:endParaRPr lang="en-US" sz="12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19EE2FFC-8F83-C0B3-7DB9-9B2ACC3208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79" y="844081"/>
                <a:ext cx="3189280" cy="391197"/>
              </a:xfrm>
              <a:prstGeom prst="rect">
                <a:avLst/>
              </a:prstGeom>
              <a:blipFill>
                <a:blip r:embed="rId2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Rectangle 117">
            <a:extLst>
              <a:ext uri="{FF2B5EF4-FFF2-40B4-BE49-F238E27FC236}">
                <a16:creationId xmlns:a16="http://schemas.microsoft.com/office/drawing/2014/main" id="{533D362C-047D-C6AD-C6E6-9C288F0561B3}"/>
              </a:ext>
            </a:extLst>
          </p:cNvPr>
          <p:cNvSpPr/>
          <p:nvPr/>
        </p:nvSpPr>
        <p:spPr>
          <a:xfrm>
            <a:off x="3319106" y="382426"/>
            <a:ext cx="2505788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Customer Summary Table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150C3A9-7B95-58C2-8FDC-8DAD275F5398}"/>
              </a:ext>
            </a:extLst>
          </p:cNvPr>
          <p:cNvGrpSpPr/>
          <p:nvPr/>
        </p:nvGrpSpPr>
        <p:grpSpPr>
          <a:xfrm>
            <a:off x="476279" y="1380906"/>
            <a:ext cx="7180144" cy="1141002"/>
            <a:chOff x="476279" y="1380906"/>
            <a:chExt cx="7180144" cy="1141002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0BD6D27E-3C5D-C812-FBA3-7ED6963E114A}"/>
                </a:ext>
              </a:extLst>
            </p:cNvPr>
            <p:cNvCxnSpPr>
              <a:cxnSpLocks/>
            </p:cNvCxnSpPr>
            <p:nvPr/>
          </p:nvCxnSpPr>
          <p:spPr>
            <a:xfrm>
              <a:off x="2161334" y="1724523"/>
              <a:ext cx="539084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Flowchart: Connector 3">
              <a:extLst>
                <a:ext uri="{FF2B5EF4-FFF2-40B4-BE49-F238E27FC236}">
                  <a16:creationId xmlns:a16="http://schemas.microsoft.com/office/drawing/2014/main" id="{9145229F-F2E1-CBF8-23BA-4F7412BC020E}"/>
                </a:ext>
              </a:extLst>
            </p:cNvPr>
            <p:cNvSpPr/>
            <p:nvPr/>
          </p:nvSpPr>
          <p:spPr>
            <a:xfrm>
              <a:off x="2161334" y="1701664"/>
              <a:ext cx="45719" cy="45719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1E8DB98-B356-9FD5-036F-8C408A727A75}"/>
                </a:ext>
              </a:extLst>
            </p:cNvPr>
            <p:cNvSpPr txBox="1"/>
            <p:nvPr/>
          </p:nvSpPr>
          <p:spPr>
            <a:xfrm>
              <a:off x="476279" y="1516562"/>
              <a:ext cx="12033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Credit Transaction Count Group</a:t>
              </a:r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295B2ECC-7118-ACFC-3897-394E3B9D8E83}"/>
                </a:ext>
              </a:extLst>
            </p:cNvPr>
            <p:cNvSpPr/>
            <p:nvPr/>
          </p:nvSpPr>
          <p:spPr>
            <a:xfrm>
              <a:off x="3049152" y="1701664"/>
              <a:ext cx="45719" cy="45719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2BBF399E-5E07-BFB2-3D50-7E1BF0BC2716}"/>
                </a:ext>
              </a:extLst>
            </p:cNvPr>
            <p:cNvSpPr/>
            <p:nvPr/>
          </p:nvSpPr>
          <p:spPr>
            <a:xfrm>
              <a:off x="7366864" y="1701664"/>
              <a:ext cx="45719" cy="45719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D057B446-0EED-384D-C8EE-56462D35D40D}"/>
                </a:ext>
              </a:extLst>
            </p:cNvPr>
            <p:cNvSpPr/>
            <p:nvPr/>
          </p:nvSpPr>
          <p:spPr>
            <a:xfrm rot="5400000">
              <a:off x="2495377" y="1536017"/>
              <a:ext cx="266679" cy="843328"/>
            </a:xfrm>
            <a:prstGeom prst="rightBrac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ight Brace 17">
              <a:extLst>
                <a:ext uri="{FF2B5EF4-FFF2-40B4-BE49-F238E27FC236}">
                  <a16:creationId xmlns:a16="http://schemas.microsoft.com/office/drawing/2014/main" id="{DCC86390-629B-E926-519B-A0F385BF8F23}"/>
                </a:ext>
              </a:extLst>
            </p:cNvPr>
            <p:cNvSpPr/>
            <p:nvPr/>
          </p:nvSpPr>
          <p:spPr>
            <a:xfrm rot="5400000">
              <a:off x="5167222" y="-206524"/>
              <a:ext cx="266682" cy="4328407"/>
            </a:xfrm>
            <a:prstGeom prst="rightBrac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6F9A62D-CA9A-E9E5-D732-0A5E7F39082A}"/>
                </a:ext>
              </a:extLst>
            </p:cNvPr>
            <p:cNvSpPr txBox="1"/>
            <p:nvPr/>
          </p:nvSpPr>
          <p:spPr>
            <a:xfrm>
              <a:off x="1945624" y="1380907"/>
              <a:ext cx="4876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58DCF46-B46E-3440-6D0A-66069693437F}"/>
                </a:ext>
              </a:extLst>
            </p:cNvPr>
            <p:cNvSpPr txBox="1"/>
            <p:nvPr/>
          </p:nvSpPr>
          <p:spPr>
            <a:xfrm>
              <a:off x="2831271" y="1380906"/>
              <a:ext cx="4876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6A0B028-3A4B-15C8-D946-A8E2B4BC39C0}"/>
                </a:ext>
              </a:extLst>
            </p:cNvPr>
            <p:cNvSpPr txBox="1"/>
            <p:nvPr/>
          </p:nvSpPr>
          <p:spPr>
            <a:xfrm>
              <a:off x="7168743" y="1380906"/>
              <a:ext cx="4876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405EE40-9367-83E1-3172-E2D347A14EF7}"/>
                </a:ext>
              </a:extLst>
            </p:cNvPr>
            <p:cNvSpPr txBox="1"/>
            <p:nvPr/>
          </p:nvSpPr>
          <p:spPr>
            <a:xfrm>
              <a:off x="1938109" y="2091021"/>
              <a:ext cx="53788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 Usage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CFE876C-1C92-8489-AA5D-11BF19D69E65}"/>
                </a:ext>
              </a:extLst>
            </p:cNvPr>
            <p:cNvSpPr txBox="1"/>
            <p:nvPr/>
          </p:nvSpPr>
          <p:spPr>
            <a:xfrm>
              <a:off x="2433304" y="2091021"/>
              <a:ext cx="53788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Low Usage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2F1C0EF-2BBC-ED1E-A3F1-C95E5F5238FA}"/>
                </a:ext>
              </a:extLst>
            </p:cNvPr>
            <p:cNvSpPr txBox="1"/>
            <p:nvPr/>
          </p:nvSpPr>
          <p:spPr>
            <a:xfrm>
              <a:off x="4837429" y="2124421"/>
              <a:ext cx="92626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High Usage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EDE68698-7E4C-28AA-F320-741598E27731}"/>
              </a:ext>
            </a:extLst>
          </p:cNvPr>
          <p:cNvGrpSpPr/>
          <p:nvPr/>
        </p:nvGrpSpPr>
        <p:grpSpPr>
          <a:xfrm>
            <a:off x="476279" y="2622097"/>
            <a:ext cx="6045965" cy="1136809"/>
            <a:chOff x="476279" y="2672445"/>
            <a:chExt cx="6045965" cy="1136809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96157C5D-401E-3C01-8CAD-4CFE47E3150C}"/>
                </a:ext>
              </a:extLst>
            </p:cNvPr>
            <p:cNvGrpSpPr/>
            <p:nvPr/>
          </p:nvGrpSpPr>
          <p:grpSpPr>
            <a:xfrm>
              <a:off x="476279" y="2672445"/>
              <a:ext cx="6045965" cy="1136809"/>
              <a:chOff x="476278" y="2602261"/>
              <a:chExt cx="6045965" cy="1136809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7C6FBA1C-20DB-0EAF-1C01-779E5A61BAD5}"/>
                  </a:ext>
                </a:extLst>
              </p:cNvPr>
              <p:cNvGrpSpPr/>
              <p:nvPr/>
            </p:nvGrpSpPr>
            <p:grpSpPr>
              <a:xfrm>
                <a:off x="476278" y="2602261"/>
                <a:ext cx="6045965" cy="1136809"/>
                <a:chOff x="476279" y="3744725"/>
                <a:chExt cx="6045965" cy="1136809"/>
              </a:xfrm>
            </p:grpSpPr>
            <p:cxnSp>
              <p:nvCxnSpPr>
                <p:cNvPr id="59" name="Straight Arrow Connector 58">
                  <a:extLst>
                    <a:ext uri="{FF2B5EF4-FFF2-40B4-BE49-F238E27FC236}">
                      <a16:creationId xmlns:a16="http://schemas.microsoft.com/office/drawing/2014/main" id="{85CB3C4B-8481-8AB7-F950-D867AA7D1E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59189" y="4088341"/>
                  <a:ext cx="4663055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0" name="Flowchart: Connector 59">
                  <a:extLst>
                    <a:ext uri="{FF2B5EF4-FFF2-40B4-BE49-F238E27FC236}">
                      <a16:creationId xmlns:a16="http://schemas.microsoft.com/office/drawing/2014/main" id="{3D607FC2-8F78-5A1C-27BD-303E2C94A2EB}"/>
                    </a:ext>
                  </a:extLst>
                </p:cNvPr>
                <p:cNvSpPr/>
                <p:nvPr/>
              </p:nvSpPr>
              <p:spPr>
                <a:xfrm>
                  <a:off x="2941141" y="4065483"/>
                  <a:ext cx="45719" cy="45719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067AF30C-18AF-9031-4399-969941E2FE23}"/>
                    </a:ext>
                  </a:extLst>
                </p:cNvPr>
                <p:cNvSpPr txBox="1"/>
                <p:nvPr/>
              </p:nvSpPr>
              <p:spPr>
                <a:xfrm>
                  <a:off x="476279" y="3880380"/>
                  <a:ext cx="129162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Transaction Count Group</a:t>
                  </a:r>
                  <a:endParaRPr lang="en-US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" name="Right Brace 61">
                  <a:extLst>
                    <a:ext uri="{FF2B5EF4-FFF2-40B4-BE49-F238E27FC236}">
                      <a16:creationId xmlns:a16="http://schemas.microsoft.com/office/drawing/2014/main" id="{F0D865B1-92C3-B95B-CE89-FEB783BCB86A}"/>
                    </a:ext>
                  </a:extLst>
                </p:cNvPr>
                <p:cNvSpPr/>
                <p:nvPr/>
              </p:nvSpPr>
              <p:spPr>
                <a:xfrm rot="5400000">
                  <a:off x="2274396" y="3788101"/>
                  <a:ext cx="266688" cy="1066801"/>
                </a:xfrm>
                <a:prstGeom prst="rightBrac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" name="Flowchart: Connector 65">
                  <a:extLst>
                    <a:ext uri="{FF2B5EF4-FFF2-40B4-BE49-F238E27FC236}">
                      <a16:creationId xmlns:a16="http://schemas.microsoft.com/office/drawing/2014/main" id="{D71883CF-6678-8479-562A-2002D64B2E9D}"/>
                    </a:ext>
                  </a:extLst>
                </p:cNvPr>
                <p:cNvSpPr/>
                <p:nvPr/>
              </p:nvSpPr>
              <p:spPr>
                <a:xfrm>
                  <a:off x="4127320" y="4065482"/>
                  <a:ext cx="45719" cy="45719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Flowchart: Connector 67">
                  <a:extLst>
                    <a:ext uri="{FF2B5EF4-FFF2-40B4-BE49-F238E27FC236}">
                      <a16:creationId xmlns:a16="http://schemas.microsoft.com/office/drawing/2014/main" id="{55FE5626-D75D-CB4C-C83A-B722E20E8522}"/>
                    </a:ext>
                  </a:extLst>
                </p:cNvPr>
                <p:cNvSpPr/>
                <p:nvPr/>
              </p:nvSpPr>
              <p:spPr>
                <a:xfrm>
                  <a:off x="5244769" y="4065482"/>
                  <a:ext cx="45719" cy="45719"/>
                </a:xfrm>
                <a:prstGeom prst="flowChartConnector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Right Brace 68">
                  <a:extLst>
                    <a:ext uri="{FF2B5EF4-FFF2-40B4-BE49-F238E27FC236}">
                      <a16:creationId xmlns:a16="http://schemas.microsoft.com/office/drawing/2014/main" id="{F238FD9F-508C-101C-1853-F8A98CDC1EB4}"/>
                    </a:ext>
                  </a:extLst>
                </p:cNvPr>
                <p:cNvSpPr/>
                <p:nvPr/>
              </p:nvSpPr>
              <p:spPr>
                <a:xfrm rot="5400000">
                  <a:off x="3428619" y="3788097"/>
                  <a:ext cx="266679" cy="1066802"/>
                </a:xfrm>
                <a:prstGeom prst="rightBrac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7B54AE15-FAF3-B6C8-7B46-C5989AC6C82B}"/>
                    </a:ext>
                  </a:extLst>
                </p:cNvPr>
                <p:cNvSpPr txBox="1"/>
                <p:nvPr/>
              </p:nvSpPr>
              <p:spPr>
                <a:xfrm>
                  <a:off x="2489279" y="3744725"/>
                  <a:ext cx="94944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Q1 = 25%</a:t>
                  </a:r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15E2EB90-B8E5-DDB1-0D97-5E1D48B5DB94}"/>
                    </a:ext>
                  </a:extLst>
                </p:cNvPr>
                <p:cNvSpPr txBox="1"/>
                <p:nvPr/>
              </p:nvSpPr>
              <p:spPr>
                <a:xfrm>
                  <a:off x="1912259" y="4450647"/>
                  <a:ext cx="990962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Low </a:t>
                  </a:r>
                </a:p>
                <a:p>
                  <a:pPr algn="ctr"/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Frequency</a:t>
                  </a:r>
                </a:p>
              </p:txBody>
            </p:sp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282EBE97-8111-4866-22BA-7B62A2767477}"/>
                    </a:ext>
                  </a:extLst>
                </p:cNvPr>
                <p:cNvSpPr txBox="1"/>
                <p:nvPr/>
              </p:nvSpPr>
              <p:spPr>
                <a:xfrm>
                  <a:off x="3665559" y="3744725"/>
                  <a:ext cx="94944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Q2 = 50%</a:t>
                  </a:r>
                </a:p>
              </p:txBody>
            </p:sp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0C728141-EC91-8E55-AE04-6F03E1BAE369}"/>
                    </a:ext>
                  </a:extLst>
                </p:cNvPr>
                <p:cNvSpPr txBox="1"/>
                <p:nvPr/>
              </p:nvSpPr>
              <p:spPr>
                <a:xfrm>
                  <a:off x="2978222" y="4450647"/>
                  <a:ext cx="1189643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Moderate Frequency</a:t>
                  </a:r>
                </a:p>
              </p:txBody>
            </p: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AF52A099-5226-16C8-A24C-D36B58E16312}"/>
                    </a:ext>
                  </a:extLst>
                </p:cNvPr>
                <p:cNvSpPr txBox="1"/>
                <p:nvPr/>
              </p:nvSpPr>
              <p:spPr>
                <a:xfrm>
                  <a:off x="4167865" y="4450647"/>
                  <a:ext cx="115032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High </a:t>
                  </a:r>
                </a:p>
                <a:p>
                  <a:pPr algn="ctr"/>
                  <a:r>
                    <a:rPr lang="en-US" sz="1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Frequency</a:t>
                  </a:r>
                </a:p>
              </p:txBody>
            </p:sp>
          </p:grpSp>
          <p:sp>
            <p:nvSpPr>
              <p:cNvPr id="57" name="Right Brace 56">
                <a:extLst>
                  <a:ext uri="{FF2B5EF4-FFF2-40B4-BE49-F238E27FC236}">
                    <a16:creationId xmlns:a16="http://schemas.microsoft.com/office/drawing/2014/main" id="{8ABB1CAC-AB80-05BC-6D19-1490CABFB23E}"/>
                  </a:ext>
                </a:extLst>
              </p:cNvPr>
              <p:cNvSpPr/>
              <p:nvPr/>
            </p:nvSpPr>
            <p:spPr>
              <a:xfrm rot="5400000">
                <a:off x="4582836" y="2641442"/>
                <a:ext cx="266679" cy="1066802"/>
              </a:xfrm>
              <a:prstGeom prst="rightBrac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402CBBE-5206-425A-814F-F640654E623F}"/>
                  </a:ext>
                </a:extLst>
              </p:cNvPr>
              <p:cNvSpPr txBox="1"/>
              <p:nvPr/>
            </p:nvSpPr>
            <p:spPr>
              <a:xfrm>
                <a:off x="4792906" y="2603157"/>
                <a:ext cx="94944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Q3 = 75%</a:t>
                </a:r>
              </a:p>
            </p:txBody>
          </p:sp>
        </p:grpSp>
        <p:sp>
          <p:nvSpPr>
            <p:cNvPr id="85" name="Right Brace 84">
              <a:extLst>
                <a:ext uri="{FF2B5EF4-FFF2-40B4-BE49-F238E27FC236}">
                  <a16:creationId xmlns:a16="http://schemas.microsoft.com/office/drawing/2014/main" id="{BAC63917-5A84-1372-8849-A9A65E7DE5DA}"/>
                </a:ext>
              </a:extLst>
            </p:cNvPr>
            <p:cNvSpPr/>
            <p:nvPr/>
          </p:nvSpPr>
          <p:spPr>
            <a:xfrm rot="5400000">
              <a:off x="5733156" y="2711627"/>
              <a:ext cx="266679" cy="1066802"/>
            </a:xfrm>
            <a:prstGeom prst="rightBrac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EF3620F-FF0C-A417-AAD4-72F2DD223EE1}"/>
                </a:ext>
              </a:extLst>
            </p:cNvPr>
            <p:cNvSpPr txBox="1"/>
            <p:nvPr/>
          </p:nvSpPr>
          <p:spPr>
            <a:xfrm>
              <a:off x="5300563" y="3378367"/>
              <a:ext cx="115032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Very High </a:t>
              </a:r>
            </a:p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Frequency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CB9EEF06-9970-6C42-1554-2A89ED63D18A}"/>
              </a:ext>
            </a:extLst>
          </p:cNvPr>
          <p:cNvGrpSpPr/>
          <p:nvPr/>
        </p:nvGrpSpPr>
        <p:grpSpPr>
          <a:xfrm>
            <a:off x="476279" y="3902183"/>
            <a:ext cx="6045965" cy="924447"/>
            <a:chOff x="476278" y="2645349"/>
            <a:chExt cx="6045965" cy="924447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CCF0159B-FFAF-A88A-5D93-57A45C29AFC6}"/>
                </a:ext>
              </a:extLst>
            </p:cNvPr>
            <p:cNvGrpSpPr/>
            <p:nvPr/>
          </p:nvGrpSpPr>
          <p:grpSpPr>
            <a:xfrm>
              <a:off x="476278" y="2645349"/>
              <a:ext cx="6045965" cy="924447"/>
              <a:chOff x="476279" y="3787813"/>
              <a:chExt cx="6045965" cy="924447"/>
            </a:xfrm>
          </p:grpSpPr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F64DFB6B-3177-EE1E-C557-B5B9D9A1BB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9189" y="4088341"/>
                <a:ext cx="466305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49A862D7-6B37-3D58-8162-C54C2EF1A456}"/>
                  </a:ext>
                </a:extLst>
              </p:cNvPr>
              <p:cNvSpPr txBox="1"/>
              <p:nvPr/>
            </p:nvSpPr>
            <p:spPr>
              <a:xfrm>
                <a:off x="476279" y="3880380"/>
                <a:ext cx="129162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Stable Activity</a:t>
                </a:r>
                <a:endParaRPr 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2" name="Flowchart: Connector 101">
                <a:extLst>
                  <a:ext uri="{FF2B5EF4-FFF2-40B4-BE49-F238E27FC236}">
                    <a16:creationId xmlns:a16="http://schemas.microsoft.com/office/drawing/2014/main" id="{E4F13FF2-04C8-49F0-BD46-0EF147226A48}"/>
                  </a:ext>
                </a:extLst>
              </p:cNvPr>
              <p:cNvSpPr/>
              <p:nvPr/>
            </p:nvSpPr>
            <p:spPr>
              <a:xfrm>
                <a:off x="4127320" y="4065482"/>
                <a:ext cx="45719" cy="45719"/>
              </a:xfrm>
              <a:prstGeom prst="flowChartConnector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Right Brace 103">
                <a:extLst>
                  <a:ext uri="{FF2B5EF4-FFF2-40B4-BE49-F238E27FC236}">
                    <a16:creationId xmlns:a16="http://schemas.microsoft.com/office/drawing/2014/main" id="{5AD5088A-0913-2836-3CF2-C84596778590}"/>
                  </a:ext>
                </a:extLst>
              </p:cNvPr>
              <p:cNvSpPr/>
              <p:nvPr/>
            </p:nvSpPr>
            <p:spPr>
              <a:xfrm rot="5400000">
                <a:off x="2853605" y="3208894"/>
                <a:ext cx="262490" cy="2221021"/>
              </a:xfrm>
              <a:prstGeom prst="rightBrac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BAC8E37E-81AA-160E-5966-2B0CB85136D4}"/>
                  </a:ext>
                </a:extLst>
              </p:cNvPr>
              <p:cNvSpPr txBox="1"/>
              <p:nvPr/>
            </p:nvSpPr>
            <p:spPr>
              <a:xfrm>
                <a:off x="2475995" y="4450650"/>
                <a:ext cx="9909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 Stable</a:t>
                </a: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D458C05C-ED1F-577E-337E-9786EED58123}"/>
                  </a:ext>
                </a:extLst>
              </p:cNvPr>
              <p:cNvSpPr txBox="1"/>
              <p:nvPr/>
            </p:nvSpPr>
            <p:spPr>
              <a:xfrm>
                <a:off x="3475502" y="3787813"/>
                <a:ext cx="134935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Active Months = 30</a:t>
                </a:r>
              </a:p>
            </p:txBody>
          </p:sp>
        </p:grpSp>
        <p:sp>
          <p:nvSpPr>
            <p:cNvPr id="96" name="Right Brace 95">
              <a:extLst>
                <a:ext uri="{FF2B5EF4-FFF2-40B4-BE49-F238E27FC236}">
                  <a16:creationId xmlns:a16="http://schemas.microsoft.com/office/drawing/2014/main" id="{8DF763E8-8501-E869-0652-04D57272520F}"/>
                </a:ext>
              </a:extLst>
            </p:cNvPr>
            <p:cNvSpPr/>
            <p:nvPr/>
          </p:nvSpPr>
          <p:spPr>
            <a:xfrm rot="5400000">
              <a:off x="5136704" y="2087574"/>
              <a:ext cx="309262" cy="2217121"/>
            </a:xfrm>
            <a:prstGeom prst="rightBrac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ED43B9E0-2560-26EF-A548-2995EC5B6F00}"/>
              </a:ext>
            </a:extLst>
          </p:cNvPr>
          <p:cNvSpPr txBox="1"/>
          <p:nvPr/>
        </p:nvSpPr>
        <p:spPr>
          <a:xfrm>
            <a:off x="4813145" y="4565020"/>
            <a:ext cx="9909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70A7A673-8B22-7BEF-FB0C-54504E167489}"/>
                  </a:ext>
                </a:extLst>
              </p:cNvPr>
              <p:cNvSpPr txBox="1"/>
              <p:nvPr/>
            </p:nvSpPr>
            <p:spPr>
              <a:xfrm>
                <a:off x="4305281" y="844081"/>
                <a:ext cx="3668379" cy="387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Customer Error Rate </a:t>
                </a:r>
                <a:r>
                  <a:rPr lang="en-US" sz="1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Customer</m:t>
                        </m:r>
                        <m:r>
                          <m:rPr>
                            <m:nor/>
                          </m:rPr>
                          <a:rPr lang="en-US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Error</m:t>
                        </m:r>
                        <m:r>
                          <m:rPr>
                            <m:nor/>
                          </m:rPr>
                          <a:rPr lang="en-US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Transaction</m:t>
                        </m:r>
                        <m:r>
                          <m:rPr>
                            <m:nor/>
                          </m:rPr>
                          <a:rPr lang="en-US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Transaction</m:t>
                        </m:r>
                        <m:r>
                          <m:rPr>
                            <m:nor/>
                          </m:rPr>
                          <a:rPr lang="en-US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Count</m:t>
                        </m:r>
                      </m:den>
                    </m:f>
                  </m:oMath>
                </a14:m>
                <a:endParaRPr lang="en-US" sz="12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70A7A673-8B22-7BEF-FB0C-54504E167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5281" y="844081"/>
                <a:ext cx="3668379" cy="387414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58971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0505CBC-7CC2-25A7-A36E-AC4756720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1BCBA26B-D1D6-E2AB-117A-09B0DD8FAF4F}"/>
              </a:ext>
            </a:extLst>
          </p:cNvPr>
          <p:cNvSpPr/>
          <p:nvPr/>
        </p:nvSpPr>
        <p:spPr>
          <a:xfrm>
            <a:off x="3612760" y="180784"/>
            <a:ext cx="1918481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DM Serif Display"/>
              </a:rPr>
              <a:t>Dax Measures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1423FD3-0960-78D1-B451-597121019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145358"/>
              </p:ext>
            </p:extLst>
          </p:nvPr>
        </p:nvGraphicFramePr>
        <p:xfrm>
          <a:off x="453244" y="888754"/>
          <a:ext cx="8237511" cy="128045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45837">
                  <a:extLst>
                    <a:ext uri="{9D8B030D-6E8A-4147-A177-3AD203B41FA5}">
                      <a16:colId xmlns:a16="http://schemas.microsoft.com/office/drawing/2014/main" val="4196484737"/>
                    </a:ext>
                  </a:extLst>
                </a:gridCol>
                <a:gridCol w="2745837">
                  <a:extLst>
                    <a:ext uri="{9D8B030D-6E8A-4147-A177-3AD203B41FA5}">
                      <a16:colId xmlns:a16="http://schemas.microsoft.com/office/drawing/2014/main" val="616131602"/>
                    </a:ext>
                  </a:extLst>
                </a:gridCol>
                <a:gridCol w="2745837">
                  <a:extLst>
                    <a:ext uri="{9D8B030D-6E8A-4147-A177-3AD203B41FA5}">
                      <a16:colId xmlns:a16="http://schemas.microsoft.com/office/drawing/2014/main" val="1354289738"/>
                    </a:ext>
                  </a:extLst>
                </a:gridCol>
              </a:tblGrid>
              <a:tr h="2744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Formula / Logic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243575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Customers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DISTINCTCOUNT(users[id])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number of customers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50055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Age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AVERAGE(users[current_age])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customer age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296596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High-net-worth Customer Count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 customers classified as High-net-worth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 the size of the high-income customer segment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07455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FB94E2C-0844-AAC0-B7B1-00F62D1C08D1}"/>
              </a:ext>
            </a:extLst>
          </p:cNvPr>
          <p:cNvSpPr txBox="1"/>
          <p:nvPr/>
        </p:nvSpPr>
        <p:spPr>
          <a:xfrm>
            <a:off x="453244" y="542224"/>
            <a:ext cx="2775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Customer &amp; Profiling Metrics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A2156E-7E55-93B9-6DAF-C76119581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221068"/>
              </p:ext>
            </p:extLst>
          </p:nvPr>
        </p:nvGraphicFramePr>
        <p:xfrm>
          <a:off x="453244" y="2681189"/>
          <a:ext cx="8237511" cy="219485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45837">
                  <a:extLst>
                    <a:ext uri="{9D8B030D-6E8A-4147-A177-3AD203B41FA5}">
                      <a16:colId xmlns:a16="http://schemas.microsoft.com/office/drawing/2014/main" val="4196484737"/>
                    </a:ext>
                  </a:extLst>
                </a:gridCol>
                <a:gridCol w="2745837">
                  <a:extLst>
                    <a:ext uri="{9D8B030D-6E8A-4147-A177-3AD203B41FA5}">
                      <a16:colId xmlns:a16="http://schemas.microsoft.com/office/drawing/2014/main" val="616131602"/>
                    </a:ext>
                  </a:extLst>
                </a:gridCol>
                <a:gridCol w="2745837">
                  <a:extLst>
                    <a:ext uri="{9D8B030D-6E8A-4147-A177-3AD203B41FA5}">
                      <a16:colId xmlns:a16="http://schemas.microsoft.com/office/drawing/2014/main" val="1354289738"/>
                    </a:ext>
                  </a:extLst>
                </a:gridCol>
              </a:tblGrid>
              <a:tr h="2744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Formula / Logic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243575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Transaction Amount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SUM(transactions[amount])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transaction value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50055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Transaction Count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COUNTROWS(transactions)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number of transactions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296596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Transactions per Customer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DIVIDE([Transaction Count], [Total Customers], 0)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transaction frequency per customer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074554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Spending Share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DIVIDE([Total Transaction Amount], Total Amount in selected context, 0)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 the contribution of each segment/category to total spending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22293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Transaction Amount MoM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 Month − Previous Month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Track month-over-month transaction value changes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60838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A5C19CC-C244-E65D-CAA9-79CF5E2A7478}"/>
              </a:ext>
            </a:extLst>
          </p:cNvPr>
          <p:cNvSpPr txBox="1"/>
          <p:nvPr/>
        </p:nvSpPr>
        <p:spPr>
          <a:xfrm>
            <a:off x="453244" y="2334659"/>
            <a:ext cx="2975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Transaction Performance Metrics</a:t>
            </a:r>
          </a:p>
        </p:txBody>
      </p:sp>
    </p:spTree>
    <p:extLst>
      <p:ext uri="{BB962C8B-B14F-4D97-AF65-F5344CB8AC3E}">
        <p14:creationId xmlns:p14="http://schemas.microsoft.com/office/powerpoint/2010/main" val="5750568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23BD01-CF78-1997-96E9-505077150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0D145223-CEDC-3626-02B6-6C9AD48B5C33}"/>
              </a:ext>
            </a:extLst>
          </p:cNvPr>
          <p:cNvSpPr/>
          <p:nvPr/>
        </p:nvSpPr>
        <p:spPr>
          <a:xfrm>
            <a:off x="3612760" y="180784"/>
            <a:ext cx="1918481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DM Serif Display"/>
              </a:rPr>
              <a:t>Dax Measures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862752-097F-0A49-96F6-5FCD81228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689734"/>
              </p:ext>
            </p:extLst>
          </p:nvPr>
        </p:nvGraphicFramePr>
        <p:xfrm>
          <a:off x="453244" y="888754"/>
          <a:ext cx="8237511" cy="19204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45837">
                  <a:extLst>
                    <a:ext uri="{9D8B030D-6E8A-4147-A177-3AD203B41FA5}">
                      <a16:colId xmlns:a16="http://schemas.microsoft.com/office/drawing/2014/main" val="4196484737"/>
                    </a:ext>
                  </a:extLst>
                </a:gridCol>
                <a:gridCol w="2745837">
                  <a:extLst>
                    <a:ext uri="{9D8B030D-6E8A-4147-A177-3AD203B41FA5}">
                      <a16:colId xmlns:a16="http://schemas.microsoft.com/office/drawing/2014/main" val="616131602"/>
                    </a:ext>
                  </a:extLst>
                </a:gridCol>
                <a:gridCol w="2745837">
                  <a:extLst>
                    <a:ext uri="{9D8B030D-6E8A-4147-A177-3AD203B41FA5}">
                      <a16:colId xmlns:a16="http://schemas.microsoft.com/office/drawing/2014/main" val="1354289738"/>
                    </a:ext>
                  </a:extLst>
                </a:gridCol>
              </a:tblGrid>
              <a:tr h="2744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Formula / Logic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243575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Transaction Count Q1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25th percentile of customer transaction count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frequency threshold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50055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Transaction Count Median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Median customer transaction count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 frequency benchmark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296596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Transaction Count Q3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75th percentile of customer transaction count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frequency threshold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074554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Transaction Count Group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Q1 / Median / Q3-based classification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Segment customers into Low, Moderate, High and Very High Frequency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93522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DAD2036-DEBC-285E-0402-0E2541E827DD}"/>
              </a:ext>
            </a:extLst>
          </p:cNvPr>
          <p:cNvSpPr txBox="1"/>
          <p:nvPr/>
        </p:nvSpPr>
        <p:spPr>
          <a:xfrm>
            <a:off x="453244" y="542224"/>
            <a:ext cx="2775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Transaction Frequency Metrics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CD00462-257A-AF13-70FA-4CD127F11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687227"/>
              </p:ext>
            </p:extLst>
          </p:nvPr>
        </p:nvGraphicFramePr>
        <p:xfrm>
          <a:off x="453244" y="3229186"/>
          <a:ext cx="3561544" cy="137209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18419">
                  <a:extLst>
                    <a:ext uri="{9D8B030D-6E8A-4147-A177-3AD203B41FA5}">
                      <a16:colId xmlns:a16="http://schemas.microsoft.com/office/drawing/2014/main" val="4196484737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616131602"/>
                    </a:ext>
                  </a:extLst>
                </a:gridCol>
              </a:tblGrid>
              <a:tr h="2744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Condition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243575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Q1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Frequency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50055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Q1 – &lt; Median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Frequency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296596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Median – &lt; Q3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Frequency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074554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Q3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 Frequency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93522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2C6F5C3-3E33-F867-78C6-DCF2FB561D07}"/>
              </a:ext>
            </a:extLst>
          </p:cNvPr>
          <p:cNvSpPr txBox="1"/>
          <p:nvPr/>
        </p:nvSpPr>
        <p:spPr>
          <a:xfrm>
            <a:off x="453244" y="2921409"/>
            <a:ext cx="2775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ADDD4E-D961-DB78-2023-05AE22688D8A}"/>
              </a:ext>
            </a:extLst>
          </p:cNvPr>
          <p:cNvSpPr txBox="1"/>
          <p:nvPr/>
        </p:nvSpPr>
        <p:spPr>
          <a:xfrm>
            <a:off x="4571999" y="3229186"/>
            <a:ext cx="3561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better than arbitrary ranges because the thresholds are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8730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ED3407A-8386-3F79-9096-81D7C81F5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CD019C6D-A898-43B4-5F49-027BA4364D63}"/>
              </a:ext>
            </a:extLst>
          </p:cNvPr>
          <p:cNvSpPr/>
          <p:nvPr/>
        </p:nvSpPr>
        <p:spPr>
          <a:xfrm>
            <a:off x="3612760" y="180784"/>
            <a:ext cx="1918481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DM Serif Display"/>
              </a:rPr>
              <a:t>Dax Measures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529CD25-2C1F-247A-4618-38605C40B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206673"/>
              </p:ext>
            </p:extLst>
          </p:nvPr>
        </p:nvGraphicFramePr>
        <p:xfrm>
          <a:off x="453244" y="888754"/>
          <a:ext cx="8237511" cy="320049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45837">
                  <a:extLst>
                    <a:ext uri="{9D8B030D-6E8A-4147-A177-3AD203B41FA5}">
                      <a16:colId xmlns:a16="http://schemas.microsoft.com/office/drawing/2014/main" val="4196484737"/>
                    </a:ext>
                  </a:extLst>
                </a:gridCol>
                <a:gridCol w="2745837">
                  <a:extLst>
                    <a:ext uri="{9D8B030D-6E8A-4147-A177-3AD203B41FA5}">
                      <a16:colId xmlns:a16="http://schemas.microsoft.com/office/drawing/2014/main" val="616131602"/>
                    </a:ext>
                  </a:extLst>
                </a:gridCol>
                <a:gridCol w="2745837">
                  <a:extLst>
                    <a:ext uri="{9D8B030D-6E8A-4147-A177-3AD203B41FA5}">
                      <a16:colId xmlns:a16="http://schemas.microsoft.com/office/drawing/2014/main" val="1354289738"/>
                    </a:ext>
                  </a:extLst>
                </a:gridCol>
              </a:tblGrid>
              <a:tr h="2744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Formula / Logic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243575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 Transactions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DISTINCTCOUNT(transactions_error[id]) where error exists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transactions with errors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50055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 Error Rate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DIVIDE([Error Transactions], [Transaction Count], 0)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 proportion of erroneous transactions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296596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Bad PIN Transaction Count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 transactions where errors_type = "Bad PIN"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Bad PIN errors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074554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Bad PIN Rate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DIVIDE([Bad PIN Transaction Count], [Transaction Count], 0)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Bad PIN error rate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438521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Insufficient Balance Transaction Count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 transactions where errors_type = "Insufficient Balance"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insufficient-balance errors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217478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Insufficient Balance Rate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DIVIDE([Insufficient Balance Transaction Count], [Transaction Count], 0)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Insufficient-balance error rate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54980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E1BF6EC-831D-6538-D273-13353E5364FA}"/>
              </a:ext>
            </a:extLst>
          </p:cNvPr>
          <p:cNvSpPr txBox="1"/>
          <p:nvPr/>
        </p:nvSpPr>
        <p:spPr>
          <a:xfrm>
            <a:off x="453244" y="542224"/>
            <a:ext cx="3211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Error &amp; Transaction Quality Metrics</a:t>
            </a:r>
          </a:p>
        </p:txBody>
      </p:sp>
    </p:spTree>
    <p:extLst>
      <p:ext uri="{BB962C8B-B14F-4D97-AF65-F5344CB8AC3E}">
        <p14:creationId xmlns:p14="http://schemas.microsoft.com/office/powerpoint/2010/main" val="28640542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1D322A4-12CB-288E-C2A6-3E61898B9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13D9183C-A242-B522-942D-D5F9E2804BCC}"/>
              </a:ext>
            </a:extLst>
          </p:cNvPr>
          <p:cNvSpPr/>
          <p:nvPr/>
        </p:nvSpPr>
        <p:spPr>
          <a:xfrm>
            <a:off x="3612760" y="180784"/>
            <a:ext cx="1918481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DM Serif Display"/>
              </a:rPr>
              <a:t>Dax Measures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D3A6BFA-AEF7-4B5B-2D2A-0AE6D364DA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668489"/>
              </p:ext>
            </p:extLst>
          </p:nvPr>
        </p:nvGraphicFramePr>
        <p:xfrm>
          <a:off x="453244" y="888754"/>
          <a:ext cx="8237511" cy="118881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45837">
                  <a:extLst>
                    <a:ext uri="{9D8B030D-6E8A-4147-A177-3AD203B41FA5}">
                      <a16:colId xmlns:a16="http://schemas.microsoft.com/office/drawing/2014/main" val="4196484737"/>
                    </a:ext>
                  </a:extLst>
                </a:gridCol>
                <a:gridCol w="2745837">
                  <a:extLst>
                    <a:ext uri="{9D8B030D-6E8A-4147-A177-3AD203B41FA5}">
                      <a16:colId xmlns:a16="http://schemas.microsoft.com/office/drawing/2014/main" val="616131602"/>
                    </a:ext>
                  </a:extLst>
                </a:gridCol>
                <a:gridCol w="2745837">
                  <a:extLst>
                    <a:ext uri="{9D8B030D-6E8A-4147-A177-3AD203B41FA5}">
                      <a16:colId xmlns:a16="http://schemas.microsoft.com/office/drawing/2014/main" val="1354289738"/>
                    </a:ext>
                  </a:extLst>
                </a:gridCol>
              </a:tblGrid>
              <a:tr h="2744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Formula / Logic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243575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P99 Transaction Amount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99th percentile of transaction amount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Establish threshold for unusually high-value transactions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50055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Extreme Transaction Count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 transactions where Amount &gt; P99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 unusually high-value transactions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29659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CCA3542-307D-C880-FC05-0617120C08B2}"/>
              </a:ext>
            </a:extLst>
          </p:cNvPr>
          <p:cNvSpPr txBox="1"/>
          <p:nvPr/>
        </p:nvSpPr>
        <p:spPr>
          <a:xfrm>
            <a:off x="453243" y="542224"/>
            <a:ext cx="34686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 Risk &amp; Abnormal Transaction Metrics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26DC8D-1B29-5528-8FF1-12012933D852}"/>
              </a:ext>
            </a:extLst>
          </p:cNvPr>
          <p:cNvSpPr txBox="1"/>
          <p:nvPr/>
        </p:nvSpPr>
        <p:spPr>
          <a:xfrm>
            <a:off x="453243" y="2162492"/>
            <a:ext cx="82375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 transactions are treated as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abnormal-value transactions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automatically classified as fraud.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93F894A-6C74-3761-6BEF-77905AF9C3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511765"/>
              </p:ext>
            </p:extLst>
          </p:nvPr>
        </p:nvGraphicFramePr>
        <p:xfrm>
          <a:off x="453244" y="2918280"/>
          <a:ext cx="8237511" cy="164601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45837">
                  <a:extLst>
                    <a:ext uri="{9D8B030D-6E8A-4147-A177-3AD203B41FA5}">
                      <a16:colId xmlns:a16="http://schemas.microsoft.com/office/drawing/2014/main" val="4196484737"/>
                    </a:ext>
                  </a:extLst>
                </a:gridCol>
                <a:gridCol w="2745837">
                  <a:extLst>
                    <a:ext uri="{9D8B030D-6E8A-4147-A177-3AD203B41FA5}">
                      <a16:colId xmlns:a16="http://schemas.microsoft.com/office/drawing/2014/main" val="616131602"/>
                    </a:ext>
                  </a:extLst>
                </a:gridCol>
                <a:gridCol w="2745837">
                  <a:extLst>
                    <a:ext uri="{9D8B030D-6E8A-4147-A177-3AD203B41FA5}">
                      <a16:colId xmlns:a16="http://schemas.microsoft.com/office/drawing/2014/main" val="1354289738"/>
                    </a:ext>
                  </a:extLst>
                </a:gridCol>
              </a:tblGrid>
              <a:tr h="2744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Formula / Logic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243575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Transaction Amount by City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[Total Transaction Amount] by Merchant City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 cities with the highest purchasing power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50055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 5 Merchant Cities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 cities by [Total Transaction Amount]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Highlight the strongest geographic markets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296596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 5 Merchant Categories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 MCC categories by [Total Transaction Amount]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 categories generating the highest spending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30621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EB05C66-47C8-3FD3-2EE3-54A8BFD3AFD3}"/>
              </a:ext>
            </a:extLst>
          </p:cNvPr>
          <p:cNvSpPr txBox="1"/>
          <p:nvPr/>
        </p:nvSpPr>
        <p:spPr>
          <a:xfrm>
            <a:off x="453243" y="2571750"/>
            <a:ext cx="34686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f) Geographic &amp; Merchant Metrics</a:t>
            </a:r>
          </a:p>
        </p:txBody>
      </p:sp>
    </p:spTree>
    <p:extLst>
      <p:ext uri="{BB962C8B-B14F-4D97-AF65-F5344CB8AC3E}">
        <p14:creationId xmlns:p14="http://schemas.microsoft.com/office/powerpoint/2010/main" val="29197964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2850227-E45E-9269-F274-A6C21ACEC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912F2DE3-1BDA-C92E-D985-2FE77712F315}"/>
              </a:ext>
            </a:extLst>
          </p:cNvPr>
          <p:cNvSpPr/>
          <p:nvPr/>
        </p:nvSpPr>
        <p:spPr>
          <a:xfrm>
            <a:off x="3612760" y="180784"/>
            <a:ext cx="1918481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DM Serif Display"/>
              </a:rPr>
              <a:t>Dax Measures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F86E4F-3DAE-0791-899A-D950DEF64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796033"/>
              </p:ext>
            </p:extLst>
          </p:nvPr>
        </p:nvGraphicFramePr>
        <p:xfrm>
          <a:off x="453244" y="888754"/>
          <a:ext cx="8237511" cy="292647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45837">
                  <a:extLst>
                    <a:ext uri="{9D8B030D-6E8A-4147-A177-3AD203B41FA5}">
                      <a16:colId xmlns:a16="http://schemas.microsoft.com/office/drawing/2014/main" val="4196484737"/>
                    </a:ext>
                  </a:extLst>
                </a:gridCol>
                <a:gridCol w="2745837">
                  <a:extLst>
                    <a:ext uri="{9D8B030D-6E8A-4147-A177-3AD203B41FA5}">
                      <a16:colId xmlns:a16="http://schemas.microsoft.com/office/drawing/2014/main" val="616131602"/>
                    </a:ext>
                  </a:extLst>
                </a:gridCol>
                <a:gridCol w="2745837">
                  <a:extLst>
                    <a:ext uri="{9D8B030D-6E8A-4147-A177-3AD203B41FA5}">
                      <a16:colId xmlns:a16="http://schemas.microsoft.com/office/drawing/2014/main" val="1354289738"/>
                    </a:ext>
                  </a:extLst>
                </a:gridCol>
              </a:tblGrid>
              <a:tr h="2744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Formula / Logic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243575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Transaction Amount YoY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(Current Year − Previous Year) / Previous Year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 annual transaction value growth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50055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Transaction Count YoY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(Current Year − Previous Year) / Previous Year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 annual transaction volume growth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296596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Transactions per Customer YoY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(Current − Previous) / Previous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 annual change in customer activity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074554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 Transactions YoY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(Current − Previous) / Previous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 annual change in error volume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438521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 Error Rate YoY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(Current − Previous) / Previous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 annual change in transaction quality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217478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Bad PIN Rate YoY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(Current − Previous) / Previous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 Bad PIN trend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549807"/>
                  </a:ext>
                </a:extLst>
              </a:tr>
              <a:tr h="27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Insufficient Balance Rate YoY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(Current − Previous) / Previous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 insufficient-balance trend</a:t>
                      </a:r>
                    </a:p>
                  </a:txBody>
                  <a:tcPr anchor="ctr">
                    <a:solidFill>
                      <a:srgbClr val="DB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66776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FC001D5-2C92-1836-BED8-9CE454C618B6}"/>
              </a:ext>
            </a:extLst>
          </p:cNvPr>
          <p:cNvSpPr txBox="1"/>
          <p:nvPr/>
        </p:nvSpPr>
        <p:spPr>
          <a:xfrm>
            <a:off x="453244" y="542224"/>
            <a:ext cx="3211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g) Growth Metrics</a:t>
            </a:r>
          </a:p>
        </p:txBody>
      </p:sp>
    </p:spTree>
    <p:extLst>
      <p:ext uri="{BB962C8B-B14F-4D97-AF65-F5344CB8AC3E}">
        <p14:creationId xmlns:p14="http://schemas.microsoft.com/office/powerpoint/2010/main" val="12952600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CE9502F-0AB5-884C-5421-023856150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EA6AF133-0679-9224-85D5-DEB7C41CC896}"/>
              </a:ext>
            </a:extLst>
          </p:cNvPr>
          <p:cNvSpPr/>
          <p:nvPr/>
        </p:nvSpPr>
        <p:spPr>
          <a:xfrm>
            <a:off x="476641" y="867240"/>
            <a:ext cx="4809734" cy="361440"/>
          </a:xfrm>
          <a:prstGeom prst="roundRect">
            <a:avLst>
              <a:gd name="adj" fmla="val 16667"/>
            </a:avLst>
          </a:prstGeom>
          <a:solidFill>
            <a:srgbClr val="9F5FC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3556CD4-58B6-EB3E-6E53-EEEE881DCBA6}"/>
              </a:ext>
            </a:extLst>
          </p:cNvPr>
          <p:cNvSpPr/>
          <p:nvPr/>
        </p:nvSpPr>
        <p:spPr>
          <a:xfrm>
            <a:off x="476280" y="380880"/>
            <a:ext cx="3619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dirty="0">
                <a:solidFill>
                  <a:srgbClr val="000000"/>
                </a:solidFill>
                <a:latin typeface="DM Serif Display"/>
              </a:rPr>
              <a:t>4. Dashboards and Insights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585ECAF-7728-93BE-4C30-A9EAB34AD16A}"/>
              </a:ext>
            </a:extLst>
          </p:cNvPr>
          <p:cNvSpPr/>
          <p:nvPr/>
        </p:nvSpPr>
        <p:spPr>
          <a:xfrm>
            <a:off x="476280" y="878940"/>
            <a:ext cx="4888767" cy="32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What are the characteristics of High-net-worth customers?</a:t>
            </a:r>
            <a:endParaRPr lang="en-US" sz="1400" b="0" u="none" strike="noStrike" dirty="0">
              <a:solidFill>
                <a:schemeClr val="bg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47C6C1-806D-55DA-046E-57408FF1C8C1}"/>
              </a:ext>
            </a:extLst>
          </p:cNvPr>
          <p:cNvSpPr txBox="1"/>
          <p:nvPr/>
        </p:nvSpPr>
        <p:spPr>
          <a:xfrm>
            <a:off x="476280" y="1228680"/>
            <a:ext cx="8191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High-net-worth customers are mainly concentrated in 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Middle-aged and Adults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groups, with most having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or Very Good Credit Scores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relatively strong financial capacity and credit quality.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F244ABA-C61C-A29A-7D78-9F7A9D6A39E4}"/>
              </a:ext>
            </a:extLst>
          </p:cNvPr>
          <p:cNvSpPr/>
          <p:nvPr/>
        </p:nvSpPr>
        <p:spPr>
          <a:xfrm>
            <a:off x="476641" y="1859377"/>
            <a:ext cx="5659840" cy="361440"/>
          </a:xfrm>
          <a:prstGeom prst="roundRect">
            <a:avLst>
              <a:gd name="adj" fmla="val 16667"/>
            </a:avLst>
          </a:prstGeom>
          <a:solidFill>
            <a:srgbClr val="9F5FC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442FA4-D330-5183-AAF6-E299F5EA35C4}"/>
              </a:ext>
            </a:extLst>
          </p:cNvPr>
          <p:cNvSpPr/>
          <p:nvPr/>
        </p:nvSpPr>
        <p:spPr>
          <a:xfrm>
            <a:off x="476280" y="1871077"/>
            <a:ext cx="6045964" cy="32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How does spending differ between Gen Z and Middle-aged customers?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9F3D3A-2316-831A-F3B6-7524CBCEE3D5}"/>
              </a:ext>
            </a:extLst>
          </p:cNvPr>
          <p:cNvSpPr txBox="1"/>
          <p:nvPr/>
        </p:nvSpPr>
        <p:spPr>
          <a:xfrm>
            <a:off x="476280" y="2220817"/>
            <a:ext cx="8191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Middle-aged customers spend significantly more than Gen Z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most Merchant Categories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particularly in Money Transfer, Grocery Stores &amp; Supermarkets, and Wholesale Clubs.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63CDB4-B3FD-63EB-8EFD-35D707C05144}"/>
              </a:ext>
            </a:extLst>
          </p:cNvPr>
          <p:cNvSpPr/>
          <p:nvPr/>
        </p:nvSpPr>
        <p:spPr>
          <a:xfrm>
            <a:off x="476641" y="2868062"/>
            <a:ext cx="4538272" cy="361440"/>
          </a:xfrm>
          <a:prstGeom prst="roundRect">
            <a:avLst>
              <a:gd name="adj" fmla="val 16667"/>
            </a:avLst>
          </a:prstGeom>
          <a:solidFill>
            <a:srgbClr val="9F5FC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BB4B96-221A-DE69-BCF7-B6A69B679318}"/>
              </a:ext>
            </a:extLst>
          </p:cNvPr>
          <p:cNvSpPr/>
          <p:nvPr/>
        </p:nvSpPr>
        <p:spPr>
          <a:xfrm>
            <a:off x="476280" y="2879762"/>
            <a:ext cx="6045964" cy="32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Which Merchant Categories have the highest spending?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67EBEE-D746-3C69-B108-E8E0278ED136}"/>
              </a:ext>
            </a:extLst>
          </p:cNvPr>
          <p:cNvSpPr txBox="1"/>
          <p:nvPr/>
        </p:nvSpPr>
        <p:spPr>
          <a:xfrm>
            <a:off x="476280" y="3229502"/>
            <a:ext cx="8191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Money Transfer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the highest transaction value, followed by Grocery Stores &amp; Supermarkets and Wholesale Clubs.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1ADD4A-3824-18A9-2EA8-5E4269E1A0EC}"/>
              </a:ext>
            </a:extLst>
          </p:cNvPr>
          <p:cNvSpPr/>
          <p:nvPr/>
        </p:nvSpPr>
        <p:spPr>
          <a:xfrm>
            <a:off x="476641" y="3692081"/>
            <a:ext cx="4809734" cy="361440"/>
          </a:xfrm>
          <a:prstGeom prst="roundRect">
            <a:avLst>
              <a:gd name="adj" fmla="val 16667"/>
            </a:avLst>
          </a:prstGeom>
          <a:solidFill>
            <a:srgbClr val="9F5FC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8B0BFF-0AAF-1BA2-F45B-7273FE92F555}"/>
              </a:ext>
            </a:extLst>
          </p:cNvPr>
          <p:cNvSpPr/>
          <p:nvPr/>
        </p:nvSpPr>
        <p:spPr>
          <a:xfrm>
            <a:off x="476280" y="3703781"/>
            <a:ext cx="6045964" cy="32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Why do some Merchant Categories have higher error rates?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28C2FA-3791-B015-C178-3E05DD8A502C}"/>
              </a:ext>
            </a:extLst>
          </p:cNvPr>
          <p:cNvSpPr txBox="1"/>
          <p:nvPr/>
        </p:nvSpPr>
        <p:spPr>
          <a:xfrm>
            <a:off x="476280" y="4053521"/>
            <a:ext cx="8191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errors are concentrated in categories such as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Stations and Miscellaneous Food Stores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Balance is the most common error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suggesting that part of the transaction issues may be related to customers' payment capacity.</a:t>
            </a:r>
          </a:p>
        </p:txBody>
      </p:sp>
    </p:spTree>
    <p:extLst>
      <p:ext uri="{BB962C8B-B14F-4D97-AF65-F5344CB8AC3E}">
        <p14:creationId xmlns:p14="http://schemas.microsoft.com/office/powerpoint/2010/main" val="38864787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87CD328-E9D2-E0F2-3082-9C1CB4A86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16727A5-64F7-4218-F409-DD3260DC55EA}"/>
              </a:ext>
            </a:extLst>
          </p:cNvPr>
          <p:cNvSpPr/>
          <p:nvPr/>
        </p:nvSpPr>
        <p:spPr>
          <a:xfrm>
            <a:off x="476641" y="867240"/>
            <a:ext cx="3916766" cy="361440"/>
          </a:xfrm>
          <a:prstGeom prst="roundRect">
            <a:avLst>
              <a:gd name="adj" fmla="val 16667"/>
            </a:avLst>
          </a:prstGeom>
          <a:solidFill>
            <a:srgbClr val="9F5FC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2C990C1-1988-7C9A-6D16-9FA9059BB404}"/>
              </a:ext>
            </a:extLst>
          </p:cNvPr>
          <p:cNvSpPr/>
          <p:nvPr/>
        </p:nvSpPr>
        <p:spPr>
          <a:xfrm>
            <a:off x="476280" y="380880"/>
            <a:ext cx="3619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dirty="0">
                <a:solidFill>
                  <a:srgbClr val="000000"/>
                </a:solidFill>
                <a:latin typeface="DM Serif Display"/>
              </a:rPr>
              <a:t>4. Dashboards and Insights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B6A34C1-B810-5E91-EC93-7D381D0998D2}"/>
              </a:ext>
            </a:extLst>
          </p:cNvPr>
          <p:cNvSpPr/>
          <p:nvPr/>
        </p:nvSpPr>
        <p:spPr>
          <a:xfrm>
            <a:off x="476281" y="878940"/>
            <a:ext cx="3917126" cy="32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Do customers use Debit or Credit Cards more?</a:t>
            </a:r>
            <a:endParaRPr lang="en-US" sz="1400" b="0" u="none" strike="noStrike" dirty="0">
              <a:solidFill>
                <a:schemeClr val="bg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45588F-B59D-8BFC-A2C7-5022E9DACCB4}"/>
              </a:ext>
            </a:extLst>
          </p:cNvPr>
          <p:cNvSpPr txBox="1"/>
          <p:nvPr/>
        </p:nvSpPr>
        <p:spPr>
          <a:xfrm>
            <a:off x="476280" y="1228680"/>
            <a:ext cx="8191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Debit Cards account for 69.4% of transactions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significantly higher than Credit Cards (30.6%). Customers with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credit scores but low Credit Card usage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a potential target for increasing Credit Card adoption.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5FD89AD-FC3F-8584-FF2E-AC174FB7EBA5}"/>
              </a:ext>
            </a:extLst>
          </p:cNvPr>
          <p:cNvSpPr/>
          <p:nvPr/>
        </p:nvSpPr>
        <p:spPr>
          <a:xfrm>
            <a:off x="476641" y="1859377"/>
            <a:ext cx="3916766" cy="361440"/>
          </a:xfrm>
          <a:prstGeom prst="roundRect">
            <a:avLst>
              <a:gd name="adj" fmla="val 16667"/>
            </a:avLst>
          </a:prstGeom>
          <a:solidFill>
            <a:srgbClr val="9F5FC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C08F86-8F37-CFDA-C5EE-D814CDF3434C}"/>
              </a:ext>
            </a:extLst>
          </p:cNvPr>
          <p:cNvSpPr/>
          <p:nvPr/>
        </p:nvSpPr>
        <p:spPr>
          <a:xfrm>
            <a:off x="476280" y="1871077"/>
            <a:ext cx="6045964" cy="32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Which area has the highest purchasing power?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43CC30-8F0D-4714-277E-DCA66052390F}"/>
              </a:ext>
            </a:extLst>
          </p:cNvPr>
          <p:cNvSpPr txBox="1"/>
          <p:nvPr/>
        </p:nvSpPr>
        <p:spPr>
          <a:xfrm>
            <a:off x="476280" y="2220817"/>
            <a:ext cx="8191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Houston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highest total transaction value among the analyzed Merchant Cities, indicating particularly strong purchasing activity in this market.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C4CD4A5-702B-0040-815B-E481EBC270A0}"/>
              </a:ext>
            </a:extLst>
          </p:cNvPr>
          <p:cNvSpPr/>
          <p:nvPr/>
        </p:nvSpPr>
        <p:spPr>
          <a:xfrm>
            <a:off x="476641" y="2868062"/>
            <a:ext cx="3916766" cy="361440"/>
          </a:xfrm>
          <a:prstGeom prst="roundRect">
            <a:avLst>
              <a:gd name="adj" fmla="val 16667"/>
            </a:avLst>
          </a:prstGeom>
          <a:solidFill>
            <a:srgbClr val="9F5FC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77CE50-97B5-11B3-CBB1-F20C3DF0386D}"/>
              </a:ext>
            </a:extLst>
          </p:cNvPr>
          <p:cNvSpPr/>
          <p:nvPr/>
        </p:nvSpPr>
        <p:spPr>
          <a:xfrm>
            <a:off x="476280" y="2879762"/>
            <a:ext cx="6045964" cy="32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Which customers are suitable for VIP Care?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44936D-DA82-59F1-5FD0-9C4352699B97}"/>
              </a:ext>
            </a:extLst>
          </p:cNvPr>
          <p:cNvSpPr txBox="1"/>
          <p:nvPr/>
        </p:nvSpPr>
        <p:spPr>
          <a:xfrm>
            <a:off x="476280" y="3229502"/>
            <a:ext cx="8191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in 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10% by income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transaction history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transaction frequency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below-average error rates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identified as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VIP Candidates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group mainly has Good/Very Good Credit Scores and is concentrated among Middle-aged and Adults.</a:t>
            </a:r>
          </a:p>
        </p:txBody>
      </p:sp>
    </p:spTree>
    <p:extLst>
      <p:ext uri="{BB962C8B-B14F-4D97-AF65-F5344CB8AC3E}">
        <p14:creationId xmlns:p14="http://schemas.microsoft.com/office/powerpoint/2010/main" val="7877384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653A2BE-9B59-04A9-9690-E8EAB64DE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F32C389-94B0-B194-FA80-F044C5EE8C3F}"/>
              </a:ext>
            </a:extLst>
          </p:cNvPr>
          <p:cNvSpPr/>
          <p:nvPr/>
        </p:nvSpPr>
        <p:spPr>
          <a:xfrm>
            <a:off x="476641" y="867240"/>
            <a:ext cx="3416703" cy="361440"/>
          </a:xfrm>
          <a:prstGeom prst="roundRect">
            <a:avLst>
              <a:gd name="adj" fmla="val 16667"/>
            </a:avLst>
          </a:prstGeom>
          <a:solidFill>
            <a:srgbClr val="9F5FC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20E02D9-009E-5C7D-62A3-1C85F2446475}"/>
              </a:ext>
            </a:extLst>
          </p:cNvPr>
          <p:cNvSpPr/>
          <p:nvPr/>
        </p:nvSpPr>
        <p:spPr>
          <a:xfrm>
            <a:off x="476280" y="380880"/>
            <a:ext cx="3619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dirty="0">
                <a:solidFill>
                  <a:srgbClr val="000000"/>
                </a:solidFill>
                <a:latin typeface="DM Serif Display"/>
              </a:rPr>
              <a:t>4. Dashboards and Insights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B2F9788-169A-440E-5619-F0DCDC6F4360}"/>
              </a:ext>
            </a:extLst>
          </p:cNvPr>
          <p:cNvSpPr/>
          <p:nvPr/>
        </p:nvSpPr>
        <p:spPr>
          <a:xfrm>
            <a:off x="476281" y="878940"/>
            <a:ext cx="3917126" cy="32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Which customers have high credit risk?</a:t>
            </a:r>
            <a:endParaRPr lang="en-US" sz="1400" b="0" u="none" strike="noStrike" dirty="0">
              <a:solidFill>
                <a:schemeClr val="bg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C7C0B7-811B-2E2F-3D70-57517CA7A6CC}"/>
              </a:ext>
            </a:extLst>
          </p:cNvPr>
          <p:cNvSpPr txBox="1"/>
          <p:nvPr/>
        </p:nvSpPr>
        <p:spPr>
          <a:xfrm>
            <a:off x="476280" y="1228680"/>
            <a:ext cx="8191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with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DTI &gt; 40% combined with low Credit Scores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identified as an early-warning group due to high debt burden and weaker credit quality.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D75340E-8F8F-77D4-4946-EFCAD1B0E7C9}"/>
              </a:ext>
            </a:extLst>
          </p:cNvPr>
          <p:cNvSpPr/>
          <p:nvPr/>
        </p:nvSpPr>
        <p:spPr>
          <a:xfrm>
            <a:off x="476641" y="1859377"/>
            <a:ext cx="3738172" cy="361440"/>
          </a:xfrm>
          <a:prstGeom prst="roundRect">
            <a:avLst>
              <a:gd name="adj" fmla="val 16667"/>
            </a:avLst>
          </a:prstGeom>
          <a:solidFill>
            <a:srgbClr val="9F5FC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1B84D0-D491-A2C7-C398-FF22D04E782B}"/>
              </a:ext>
            </a:extLst>
          </p:cNvPr>
          <p:cNvSpPr/>
          <p:nvPr/>
        </p:nvSpPr>
        <p:spPr>
          <a:xfrm>
            <a:off x="476280" y="1871077"/>
            <a:ext cx="6045964" cy="32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Are there unusually high-value transactions?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953CBC-C965-1E73-4CCC-E8B3CAAE6330}"/>
              </a:ext>
            </a:extLst>
          </p:cNvPr>
          <p:cNvSpPr txBox="1"/>
          <p:nvPr/>
        </p:nvSpPr>
        <p:spPr>
          <a:xfrm>
            <a:off x="476280" y="2220817"/>
            <a:ext cx="8191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P99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identify extreme-value transactions. These transactions are concentrated in categories such as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Sales &amp; Underwriting, Travel Agencies, and Legal Services &amp; Attorneys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They should be investigated further but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not automatically be classified as fraud.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C73B5DC-49A2-AA82-88CC-16885C8FA24C}"/>
              </a:ext>
            </a:extLst>
          </p:cNvPr>
          <p:cNvSpPr/>
          <p:nvPr/>
        </p:nvSpPr>
        <p:spPr>
          <a:xfrm>
            <a:off x="476640" y="3036180"/>
            <a:ext cx="8191079" cy="361440"/>
          </a:xfrm>
          <a:prstGeom prst="roundRect">
            <a:avLst>
              <a:gd name="adj" fmla="val 16667"/>
            </a:avLst>
          </a:prstGeom>
          <a:solidFill>
            <a:srgbClr val="9F5FC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F48C2F-1A3D-E5BA-AC77-AF5DF24BEA2D}"/>
              </a:ext>
            </a:extLst>
          </p:cNvPr>
          <p:cNvSpPr/>
          <p:nvPr/>
        </p:nvSpPr>
        <p:spPr>
          <a:xfrm>
            <a:off x="476280" y="3047880"/>
            <a:ext cx="8191079" cy="32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 Can the bank recommend credit-limit increases for customers with positive income growth and settled debt?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7F08BB-BFE7-550C-8448-788ECC677009}"/>
              </a:ext>
            </a:extLst>
          </p:cNvPr>
          <p:cNvSpPr txBox="1"/>
          <p:nvPr/>
        </p:nvSpPr>
        <p:spPr>
          <a:xfrm>
            <a:off x="476280" y="3397620"/>
            <a:ext cx="8191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directly with the available data.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dataset does not contain historical income records or loan settlement status. These additional data sources are required before making a reliable credit-limit adjustment recommendation.</a:t>
            </a:r>
          </a:p>
        </p:txBody>
      </p:sp>
    </p:spTree>
    <p:extLst>
      <p:ext uri="{BB962C8B-B14F-4D97-AF65-F5344CB8AC3E}">
        <p14:creationId xmlns:p14="http://schemas.microsoft.com/office/powerpoint/2010/main" val="13559896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/>
          <p:cNvSpPr/>
          <p:nvPr/>
        </p:nvSpPr>
        <p:spPr>
          <a:xfrm>
            <a:off x="1468683" y="1043971"/>
            <a:ext cx="6205914" cy="17572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Middle-aged/Adult and high-income customers represent the bank's most valuable segments, while Credit Card usage still has room for growth. </a:t>
            </a: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 risk perspective, high DTI, Insufficient Balance, and P99 transactions are key signals that should be prioritized for monitoring.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714240" y="542880"/>
            <a:ext cx="7714800" cy="35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0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 dirty="0">
                <a:solidFill>
                  <a:srgbClr val="000000"/>
                </a:solidFill>
                <a:effectLst/>
                <a:uFillTx/>
                <a:latin typeface="DM Serif Display"/>
              </a:rPr>
              <a:t>Overall Insights	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034A31-5A2C-E41C-86C4-B824D0C8F4F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B894CC"/>
              </a:gs>
              <a:gs pos="100000">
                <a:srgbClr val="DBC9E5"/>
              </a:gs>
            </a:gsLst>
            <a:lin ang="2154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2733840" y="1586865"/>
            <a:ext cx="3676320" cy="9848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200" b="0" u="none" strike="noStrike" dirty="0">
                <a:solidFill>
                  <a:schemeClr val="dk1"/>
                </a:solidFill>
                <a:effectLst/>
                <a:uFillTx/>
                <a:latin typeface="DM Serif Display"/>
                <a:ea typeface="DM Serif Display"/>
              </a:rPr>
              <a:t>Thank you!</a:t>
            </a:r>
            <a:endParaRPr lang="fr-FR" sz="5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inimalist Hepatitis Clinical Case by Slidesgo">
  <a:themeElements>
    <a:clrScheme name="Simple Light">
      <a:dk1>
        <a:srgbClr val="000000"/>
      </a:dk1>
      <a:lt1>
        <a:srgbClr val="FFFFFF"/>
      </a:lt1>
      <a:dk2>
        <a:srgbClr val="06688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318</TotalTime>
  <Words>2029</Words>
  <Application>Microsoft Office PowerPoint</Application>
  <PresentationFormat>On-screen Show (16:9)</PresentationFormat>
  <Paragraphs>391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Arial</vt:lpstr>
      <vt:lpstr>Calibri</vt:lpstr>
      <vt:lpstr>Cambria Math</vt:lpstr>
      <vt:lpstr>DM Serif Display</vt:lpstr>
      <vt:lpstr>Georgia</vt:lpstr>
      <vt:lpstr>Karla</vt:lpstr>
      <vt:lpstr>OpenSymbol</vt:lpstr>
      <vt:lpstr>Symbol</vt:lpstr>
      <vt:lpstr>Times New Roman</vt:lpstr>
      <vt:lpstr>Wingdings</vt:lpstr>
      <vt:lpstr>Minimalist Hepatitis Clinical Case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Võ Ngọc Lan Chi</cp:lastModifiedBy>
  <cp:revision>1</cp:revision>
  <dcterms:modified xsi:type="dcterms:W3CDTF">2026-08-09T15:47:14Z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2026-08-07T08:15:32Z</dcterms:created>
  <dc:creator>Slidesgo AI</dc:creator>
  <dc:description/>
  <dc:language>en-US</dc:language>
  <cp:lastModifiedBy>Unknown Creator</cp:lastModifiedBy>
  <dcterms:modified xsi:type="dcterms:W3CDTF">2026-08-07T08:15:32Z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8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a271a8d7-48a3-42d4-8f62-df30509791b0</vt:lpwstr>
  </property>
</Properties>
</file>